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Layouts/slideLayout22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19"/>
  </p:notesMasterIdLst>
  <p:sldIdLst>
    <p:sldId id="256" r:id="rId3"/>
    <p:sldId id="257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7" r:id="rId12"/>
    <p:sldId id="396" r:id="rId13"/>
    <p:sldId id="398" r:id="rId14"/>
    <p:sldId id="399" r:id="rId15"/>
    <p:sldId id="400" r:id="rId16"/>
    <p:sldId id="401" r:id="rId17"/>
    <p:sldId id="265" r:id="rId18"/>
  </p:sldIdLst>
  <p:sldSz cx="9144000" cy="6858000" type="screen4x3"/>
  <p:notesSz cx="9294813" cy="11736388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8EFC5-BE30-1A0D-B7D6-9A5267E00D3B}" v="157" dt="2020-01-06T06:22:11.494"/>
    <p1510:client id="{05BB4B1B-79CE-D963-AC9A-CAC6D472F72F}" v="879" dt="2020-01-08T07:27:55.064"/>
    <p1510:client id="{143DE85F-A954-CB42-8E75-435743489C4C}" v="278" dt="2020-01-06T10:49:54.742"/>
    <p1510:client id="{15E4EC71-5558-8480-4EAE-A9D6EB739AA9}" v="816" dt="2020-02-20T11:13:57.933"/>
    <p1510:client id="{2018B715-C734-C48C-89A2-F74A2CC77C52}" v="820" dt="2020-02-24T09:28:09.811"/>
    <p1510:client id="{23EB46A2-3705-2DC0-8D87-4C9E2C8BDD11}" v="277" dt="2020-02-20T12:57:10.949"/>
    <p1510:client id="{241EF44E-42DD-1DCB-77DC-B5D285D6EA46}" v="2" dt="2020-01-06T06:24:11.837"/>
    <p1510:client id="{2CB518B4-48B9-7C35-723C-F4253F8F7638}" v="586" dt="2020-02-12T06:58:18.082"/>
    <p1510:client id="{2FFB0432-39F9-D054-48DF-1A00BEB9277C}" v="985" dt="2020-02-17T09:15:27.544"/>
    <p1510:client id="{350A8DF7-9418-D7FC-4F1A-24992B31A065}" v="25" dt="2020-01-24T12:05:01.874"/>
    <p1510:client id="{39F54347-99EF-0B4B-97E4-0C386BAABFF5}" v="753" dt="2020-02-12T09:41:23.069"/>
    <p1510:client id="{59F3C956-E6C2-A86C-7A5C-3AB14756F3E6}" v="12" dt="2020-01-08T08:06:18.077"/>
    <p1510:client id="{63C36413-ABEB-9E36-92E1-DC025E5B7DDD}" v="521" dt="2020-01-09T09:00:51.196"/>
    <p1510:client id="{6684C94E-BAE3-DD0F-A752-17B4741F65BE}" v="357" dt="2020-01-06T11:21:47.983"/>
    <p1510:client id="{6BFB7AA0-9A91-5CE6-207F-A64E26FB4F87}" v="1305" dt="2020-02-19T13:27:55.554"/>
    <p1510:client id="{72C31571-8A6A-F6F1-8814-81E4289EEAA7}" v="472" dt="2020-02-11T13:03:16.784"/>
    <p1510:client id="{773E3147-A383-7535-3B48-6D85175C8116}" v="255" dt="2020-01-06T09:33:25.036"/>
    <p1510:client id="{7D863F5A-D09E-A271-77D6-822EE9C521D4}" v="454" dt="2020-02-17T11:27:13.778"/>
    <p1510:client id="{801BAA24-4546-4F49-79BA-E81DE07C172A}" v="6" dt="2020-01-09T09:13:23.286"/>
    <p1510:client id="{81FEB59E-BDFD-FD9C-E9A4-243F33929167}" v="464" dt="2020-01-07T09:52:02.981"/>
    <p1510:client id="{86061FEA-CB90-410D-5C5A-C964B5C73A71}" v="889" dt="2020-02-11T11:33:22.290"/>
    <p1510:client id="{8E599280-CDC5-5B44-1702-8CD408FB965D}" v="13" dt="2020-01-09T09:43:01.311"/>
    <p1510:client id="{90986C09-3C17-A937-6E5F-73D9D48B233A}" v="982" dt="2020-02-12T12:09:05.493"/>
    <p1510:client id="{91EDDD0C-0DCB-E74F-6CF5-953A9FCC1B45}" v="1039" dt="2020-02-03T09:58:26.443"/>
    <p1510:client id="{99FE337E-42DF-0BD9-383B-8A54358A12AE}" v="205" dt="2020-01-07T11:56:57.093"/>
    <p1510:client id="{9DD28641-6D5D-51B9-EB8F-58FB2AFBD7E4}" v="661" dt="2020-02-20T09:28:21.663"/>
    <p1510:client id="{9EFDEA6F-7504-2790-4241-22955A03E37B}" v="30" dt="2020-01-07T09:56:55.456"/>
    <p1510:client id="{A45CCE67-BCB7-B8B2-2C2A-876DDCD8BE01}" v="160" dt="2020-01-06T06:11:11.731"/>
    <p1510:client id="{A810AA51-D6D4-C062-1A8B-A0C44208AC30}" v="25" dt="2020-02-11T13:08:30.180"/>
    <p1510:client id="{AF9AFB9D-617D-9426-815E-C920008EED9C}" v="200" dt="2020-01-06T05:31:59.373"/>
    <p1510:client id="{B085305B-D954-284F-3ED8-D51B1216B1EC}" v="443" dt="2020-01-07T06:44:26.601"/>
    <p1510:client id="{B2F597B9-2AC4-FC29-22BC-35BE0DA02AFB}" v="34" dt="2020-02-12T12:16:49.145"/>
    <p1510:client id="{B5CC8AF8-316E-CE2E-0FD2-4312E01D6C4E}" v="394" dt="2020-02-18T11:40:25.823"/>
    <p1510:client id="{B9BA91B7-460E-4014-F372-7F6E8F489F2F}" v="25" dt="2020-01-06T06:15:02.921"/>
    <p1510:client id="{C062F1C2-03CB-6E6C-47B6-729A751F0E1F}" v="177" dt="2020-02-24T11:55:12.187"/>
    <p1510:client id="{C0FC5D92-134C-F03A-5E7F-3517995CF4F2}" v="619" dt="2020-01-07T11:39:07.689"/>
    <p1510:client id="{C8D5AB90-4713-C874-2D02-04E2747985B1}" v="410" dt="2020-01-09T06:31:16.965"/>
    <p1510:client id="{C9367CE0-1FD9-3E96-B67F-DB10E405E9A0}" v="3" dt="2020-02-19T12:25:53.028"/>
    <p1510:client id="{CB585959-FBAB-D437-B043-EC59CB24110F}" v="1093" dt="2020-01-31T11:54:05.997"/>
    <p1510:client id="{DA6F1BD7-3399-93AF-A0D6-3E3909E87D2B}" v="19" dt="2020-01-06T06:27:18.790"/>
    <p1510:client id="{DEE54C43-0043-590F-B245-43108378BAB0}" v="451" dt="2020-01-31T07:17:10.654"/>
    <p1510:client id="{E7C6884E-1D8C-1D67-A9C0-D76B91D814A8}" v="223" dt="2020-01-08T08:41:22.102"/>
    <p1510:client id="{EF0B8DD4-77CC-A459-EDF6-31EA14881AC7}" v="1057" dt="2020-02-19T12:10:50.798"/>
    <p1510:client id="{F59E60CA-34B2-0485-0D41-5E8B4F2762C8}" v="371" dt="2020-02-24T10:15:43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1572" y="-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 RAMA RAJU DANDU" userId="S::519696@tcs.com::cb9fec1d-b515-4ddf-9131-8b0d12542529" providerId="AD" clId="Web-{C062F1C2-03CB-6E6C-47B6-729A751F0E1F}"/>
    <pc:docChg chg="delSld modSld">
      <pc:chgData name="RAGHU RAMA RAJU DANDU" userId="S::519696@tcs.com::cb9fec1d-b515-4ddf-9131-8b0d12542529" providerId="AD" clId="Web-{C062F1C2-03CB-6E6C-47B6-729A751F0E1F}" dt="2020-02-24T11:55:12.187" v="168" actId="1076"/>
      <pc:docMkLst>
        <pc:docMk/>
      </pc:docMkLst>
      <pc:sldChg chg="modSp">
        <pc:chgData name="RAGHU RAMA RAJU DANDU" userId="S::519696@tcs.com::cb9fec1d-b515-4ddf-9131-8b0d12542529" providerId="AD" clId="Web-{C062F1C2-03CB-6E6C-47B6-729A751F0E1F}" dt="2020-02-24T11:40:54.393" v="2" actId="20577"/>
        <pc:sldMkLst>
          <pc:docMk/>
          <pc:sldMk cId="0" sldId="256"/>
        </pc:sldMkLst>
        <pc:spChg chg="mod">
          <ac:chgData name="RAGHU RAMA RAJU DANDU" userId="S::519696@tcs.com::cb9fec1d-b515-4ddf-9131-8b0d12542529" providerId="AD" clId="Web-{C062F1C2-03CB-6E6C-47B6-729A751F0E1F}" dt="2020-02-24T11:40:54.393" v="2" actId="20577"/>
          <ac:spMkLst>
            <pc:docMk/>
            <pc:sldMk cId="0" sldId="256"/>
            <ac:spMk id="4098" creationId="{0A097FEE-5899-46F1-9189-5BA1853F36B9}"/>
          </ac:spMkLst>
        </pc:spChg>
      </pc:sldChg>
      <pc:sldChg chg="modSp">
        <pc:chgData name="RAGHU RAMA RAJU DANDU" userId="S::519696@tcs.com::cb9fec1d-b515-4ddf-9131-8b0d12542529" providerId="AD" clId="Web-{C062F1C2-03CB-6E6C-47B6-729A751F0E1F}" dt="2020-02-24T11:45:01.470" v="3" actId="20577"/>
        <pc:sldMkLst>
          <pc:docMk/>
          <pc:sldMk cId="0" sldId="257"/>
        </pc:sldMkLst>
        <pc:spChg chg="mod">
          <ac:chgData name="RAGHU RAMA RAJU DANDU" userId="S::519696@tcs.com::cb9fec1d-b515-4ddf-9131-8b0d12542529" providerId="AD" clId="Web-{C062F1C2-03CB-6E6C-47B6-729A751F0E1F}" dt="2020-02-24T11:45:01.470" v="3" actId="20577"/>
          <ac:spMkLst>
            <pc:docMk/>
            <pc:sldMk cId="0" sldId="257"/>
            <ac:spMk id="5123" creationId="{71AD3621-9BE1-4C82-8CF6-48250CA267E9}"/>
          </ac:spMkLst>
        </pc:spChg>
      </pc:sldChg>
      <pc:sldChg chg="addSp delSp modSp">
        <pc:chgData name="RAGHU RAMA RAJU DANDU" userId="S::519696@tcs.com::cb9fec1d-b515-4ddf-9131-8b0d12542529" providerId="AD" clId="Web-{C062F1C2-03CB-6E6C-47B6-729A751F0E1F}" dt="2020-02-24T11:55:12.187" v="168" actId="1076"/>
        <pc:sldMkLst>
          <pc:docMk/>
          <pc:sldMk cId="3540549369" sldId="389"/>
        </pc:sldMkLst>
        <pc:spChg chg="mod">
          <ac:chgData name="RAGHU RAMA RAJU DANDU" userId="S::519696@tcs.com::cb9fec1d-b515-4ddf-9131-8b0d12542529" providerId="AD" clId="Web-{C062F1C2-03CB-6E6C-47B6-729A751F0E1F}" dt="2020-02-24T11:45:25.486" v="6" actId="20577"/>
          <ac:spMkLst>
            <pc:docMk/>
            <pc:sldMk cId="3540549369" sldId="389"/>
            <ac:spMk id="2" creationId="{08EB4E0F-8598-4A51-BF3F-0F88BB418FA4}"/>
          </ac:spMkLst>
        </pc:spChg>
        <pc:spChg chg="mod">
          <ac:chgData name="RAGHU RAMA RAJU DANDU" userId="S::519696@tcs.com::cb9fec1d-b515-4ddf-9131-8b0d12542529" providerId="AD" clId="Web-{C062F1C2-03CB-6E6C-47B6-729A751F0E1F}" dt="2020-02-24T11:54:49.734" v="158" actId="1076"/>
          <ac:spMkLst>
            <pc:docMk/>
            <pc:sldMk cId="3540549369" sldId="389"/>
            <ac:spMk id="7171" creationId="{7CF55ACE-C462-4A89-B58D-A593CC4EC317}"/>
          </ac:spMkLst>
        </pc:spChg>
        <pc:picChg chg="add mod">
          <ac:chgData name="RAGHU RAMA RAJU DANDU" userId="S::519696@tcs.com::cb9fec1d-b515-4ddf-9131-8b0d12542529" providerId="AD" clId="Web-{C062F1C2-03CB-6E6C-47B6-729A751F0E1F}" dt="2020-02-24T11:55:05.890" v="165" actId="14100"/>
          <ac:picMkLst>
            <pc:docMk/>
            <pc:sldMk cId="3540549369" sldId="389"/>
            <ac:picMk id="3" creationId="{78D37195-C73C-4FCA-85B9-EC3298789859}"/>
          </ac:picMkLst>
        </pc:picChg>
        <pc:picChg chg="add del mod">
          <ac:chgData name="RAGHU RAMA RAJU DANDU" userId="S::519696@tcs.com::cb9fec1d-b515-4ddf-9131-8b0d12542529" providerId="AD" clId="Web-{C062F1C2-03CB-6E6C-47B6-729A751F0E1F}" dt="2020-02-24T11:53:55.812" v="146"/>
          <ac:picMkLst>
            <pc:docMk/>
            <pc:sldMk cId="3540549369" sldId="389"/>
            <ac:picMk id="5" creationId="{0503E50B-B98B-462C-8F9C-B92A1AFC4AB7}"/>
          </ac:picMkLst>
        </pc:picChg>
        <pc:picChg chg="add del mod">
          <ac:chgData name="RAGHU RAMA RAJU DANDU" userId="S::519696@tcs.com::cb9fec1d-b515-4ddf-9131-8b0d12542529" providerId="AD" clId="Web-{C062F1C2-03CB-6E6C-47B6-729A751F0E1F}" dt="2020-02-24T11:54:07.015" v="149"/>
          <ac:picMkLst>
            <pc:docMk/>
            <pc:sldMk cId="3540549369" sldId="389"/>
            <ac:picMk id="7" creationId="{54B6D839-F006-457A-841F-3A6E3B52EE47}"/>
          </ac:picMkLst>
        </pc:picChg>
        <pc:picChg chg="add del mod">
          <ac:chgData name="RAGHU RAMA RAJU DANDU" userId="S::519696@tcs.com::cb9fec1d-b515-4ddf-9131-8b0d12542529" providerId="AD" clId="Web-{C062F1C2-03CB-6E6C-47B6-729A751F0E1F}" dt="2020-02-24T11:54:09.406" v="151"/>
          <ac:picMkLst>
            <pc:docMk/>
            <pc:sldMk cId="3540549369" sldId="389"/>
            <ac:picMk id="9" creationId="{AFEDDBF2-7914-4DF0-9569-41DCDE763214}"/>
          </ac:picMkLst>
        </pc:picChg>
        <pc:picChg chg="add del mod">
          <ac:chgData name="RAGHU RAMA RAJU DANDU" userId="S::519696@tcs.com::cb9fec1d-b515-4ddf-9131-8b0d12542529" providerId="AD" clId="Web-{C062F1C2-03CB-6E6C-47B6-729A751F0E1F}" dt="2020-02-24T11:54:14.515" v="153"/>
          <ac:picMkLst>
            <pc:docMk/>
            <pc:sldMk cId="3540549369" sldId="389"/>
            <ac:picMk id="11" creationId="{CF0591DF-1306-492D-9284-717F2AB783EA}"/>
          </ac:picMkLst>
        </pc:picChg>
        <pc:picChg chg="add mod">
          <ac:chgData name="RAGHU RAMA RAJU DANDU" userId="S::519696@tcs.com::cb9fec1d-b515-4ddf-9131-8b0d12542529" providerId="AD" clId="Web-{C062F1C2-03CB-6E6C-47B6-729A751F0E1F}" dt="2020-02-24T11:55:12.187" v="168" actId="1076"/>
          <ac:picMkLst>
            <pc:docMk/>
            <pc:sldMk cId="3540549369" sldId="389"/>
            <ac:picMk id="13" creationId="{54385A26-2A13-4A2D-8F8C-143ADE428F6B}"/>
          </ac:picMkLst>
        </pc:picChg>
      </pc:sldChg>
      <pc:sldChg chg="del">
        <pc:chgData name="RAGHU RAMA RAJU DANDU" userId="S::519696@tcs.com::cb9fec1d-b515-4ddf-9131-8b0d12542529" providerId="AD" clId="Web-{C062F1C2-03CB-6E6C-47B6-729A751F0E1F}" dt="2020-02-24T11:47:47.626" v="76"/>
        <pc:sldMkLst>
          <pc:docMk/>
          <pc:sldMk cId="21082912" sldId="390"/>
        </pc:sldMkLst>
      </pc:sldChg>
      <pc:sldChg chg="del">
        <pc:chgData name="RAGHU RAMA RAJU DANDU" userId="S::519696@tcs.com::cb9fec1d-b515-4ddf-9131-8b0d12542529" providerId="AD" clId="Web-{C062F1C2-03CB-6E6C-47B6-729A751F0E1F}" dt="2020-02-24T11:47:48.970" v="77"/>
        <pc:sldMkLst>
          <pc:docMk/>
          <pc:sldMk cId="3461701790" sldId="391"/>
        </pc:sldMkLst>
      </pc:sldChg>
      <pc:sldChg chg="del">
        <pc:chgData name="RAGHU RAMA RAJU DANDU" userId="S::519696@tcs.com::cb9fec1d-b515-4ddf-9131-8b0d12542529" providerId="AD" clId="Web-{C062F1C2-03CB-6E6C-47B6-729A751F0E1F}" dt="2020-02-24T11:47:49.095" v="78"/>
        <pc:sldMkLst>
          <pc:docMk/>
          <pc:sldMk cId="3721306451" sldId="392"/>
        </pc:sldMkLst>
      </pc:sldChg>
      <pc:sldChg chg="del">
        <pc:chgData name="RAGHU RAMA RAJU DANDU" userId="S::519696@tcs.com::cb9fec1d-b515-4ddf-9131-8b0d12542529" providerId="AD" clId="Web-{C062F1C2-03CB-6E6C-47B6-729A751F0E1F}" dt="2020-02-24T11:47:49.751" v="79"/>
        <pc:sldMkLst>
          <pc:docMk/>
          <pc:sldMk cId="3771299181" sldId="393"/>
        </pc:sldMkLst>
      </pc:sldChg>
      <pc:sldChg chg="del">
        <pc:chgData name="RAGHU RAMA RAJU DANDU" userId="S::519696@tcs.com::cb9fec1d-b515-4ddf-9131-8b0d12542529" providerId="AD" clId="Web-{C062F1C2-03CB-6E6C-47B6-729A751F0E1F}" dt="2020-02-24T11:47:50.267" v="80"/>
        <pc:sldMkLst>
          <pc:docMk/>
          <pc:sldMk cId="3410819380" sldId="394"/>
        </pc:sldMkLst>
      </pc:sldChg>
      <pc:sldChg chg="del">
        <pc:chgData name="RAGHU RAMA RAJU DANDU" userId="S::519696@tcs.com::cb9fec1d-b515-4ddf-9131-8b0d12542529" providerId="AD" clId="Web-{C062F1C2-03CB-6E6C-47B6-729A751F0E1F}" dt="2020-02-24T11:47:50.688" v="81"/>
        <pc:sldMkLst>
          <pc:docMk/>
          <pc:sldMk cId="2599123748" sldId="395"/>
        </pc:sldMkLst>
      </pc:sldChg>
      <pc:sldChg chg="del">
        <pc:chgData name="RAGHU RAMA RAJU DANDU" userId="S::519696@tcs.com::cb9fec1d-b515-4ddf-9131-8b0d12542529" providerId="AD" clId="Web-{C062F1C2-03CB-6E6C-47B6-729A751F0E1F}" dt="2020-02-24T11:47:51.813" v="82"/>
        <pc:sldMkLst>
          <pc:docMk/>
          <pc:sldMk cId="3495163771" sldId="396"/>
        </pc:sldMkLst>
      </pc:sldChg>
      <pc:sldChg chg="del">
        <pc:chgData name="RAGHU RAMA RAJU DANDU" userId="S::519696@tcs.com::cb9fec1d-b515-4ddf-9131-8b0d12542529" providerId="AD" clId="Web-{C062F1C2-03CB-6E6C-47B6-729A751F0E1F}" dt="2020-02-24T11:47:51.923" v="83"/>
        <pc:sldMkLst>
          <pc:docMk/>
          <pc:sldMk cId="3758978796" sldId="397"/>
        </pc:sldMkLst>
      </pc:sldChg>
      <pc:sldChg chg="del">
        <pc:chgData name="RAGHU RAMA RAJU DANDU" userId="S::519696@tcs.com::cb9fec1d-b515-4ddf-9131-8b0d12542529" providerId="AD" clId="Web-{C062F1C2-03CB-6E6C-47B6-729A751F0E1F}" dt="2020-02-24T11:47:52.110" v="84"/>
        <pc:sldMkLst>
          <pc:docMk/>
          <pc:sldMk cId="3562149286" sldId="398"/>
        </pc:sldMkLst>
      </pc:sldChg>
      <pc:sldChg chg="del">
        <pc:chgData name="RAGHU RAMA RAJU DANDU" userId="S::519696@tcs.com::cb9fec1d-b515-4ddf-9131-8b0d12542529" providerId="AD" clId="Web-{C062F1C2-03CB-6E6C-47B6-729A751F0E1F}" dt="2020-02-24T11:47:52.642" v="85"/>
        <pc:sldMkLst>
          <pc:docMk/>
          <pc:sldMk cId="3413709278" sldId="399"/>
        </pc:sldMkLst>
      </pc:sldChg>
      <pc:sldChg chg="del">
        <pc:chgData name="RAGHU RAMA RAJU DANDU" userId="S::519696@tcs.com::cb9fec1d-b515-4ddf-9131-8b0d12542529" providerId="AD" clId="Web-{C062F1C2-03CB-6E6C-47B6-729A751F0E1F}" dt="2020-02-24T11:47:53.423" v="87"/>
        <pc:sldMkLst>
          <pc:docMk/>
          <pc:sldMk cId="787715777" sldId="400"/>
        </pc:sldMkLst>
      </pc:sldChg>
      <pc:sldChg chg="del">
        <pc:chgData name="RAGHU RAMA RAJU DANDU" userId="S::519696@tcs.com::cb9fec1d-b515-4ddf-9131-8b0d12542529" providerId="AD" clId="Web-{C062F1C2-03CB-6E6C-47B6-729A751F0E1F}" dt="2020-02-24T11:47:54.470" v="88"/>
        <pc:sldMkLst>
          <pc:docMk/>
          <pc:sldMk cId="3237011023" sldId="401"/>
        </pc:sldMkLst>
      </pc:sldChg>
      <pc:sldChg chg="del">
        <pc:chgData name="RAGHU RAMA RAJU DANDU" userId="S::519696@tcs.com::cb9fec1d-b515-4ddf-9131-8b0d12542529" providerId="AD" clId="Web-{C062F1C2-03CB-6E6C-47B6-729A751F0E1F}" dt="2020-02-24T11:47:54.485" v="89"/>
        <pc:sldMkLst>
          <pc:docMk/>
          <pc:sldMk cId="2782642082" sldId="402"/>
        </pc:sldMkLst>
      </pc:sldChg>
      <pc:sldChg chg="del">
        <pc:chgData name="RAGHU RAMA RAJU DANDU" userId="S::519696@tcs.com::cb9fec1d-b515-4ddf-9131-8b0d12542529" providerId="AD" clId="Web-{C062F1C2-03CB-6E6C-47B6-729A751F0E1F}" dt="2020-02-24T11:47:55.954" v="91"/>
        <pc:sldMkLst>
          <pc:docMk/>
          <pc:sldMk cId="2540486003" sldId="403"/>
        </pc:sldMkLst>
      </pc:sldChg>
      <pc:sldChg chg="del">
        <pc:chgData name="RAGHU RAMA RAJU DANDU" userId="S::519696@tcs.com::cb9fec1d-b515-4ddf-9131-8b0d12542529" providerId="AD" clId="Web-{C062F1C2-03CB-6E6C-47B6-729A751F0E1F}" dt="2020-02-24T11:47:56.454" v="92"/>
        <pc:sldMkLst>
          <pc:docMk/>
          <pc:sldMk cId="2890096972" sldId="404"/>
        </pc:sldMkLst>
      </pc:sldChg>
      <pc:sldChg chg="del">
        <pc:chgData name="RAGHU RAMA RAJU DANDU" userId="S::519696@tcs.com::cb9fec1d-b515-4ddf-9131-8b0d12542529" providerId="AD" clId="Web-{C062F1C2-03CB-6E6C-47B6-729A751F0E1F}" dt="2020-02-24T11:47:58.032" v="93"/>
        <pc:sldMkLst>
          <pc:docMk/>
          <pc:sldMk cId="434341933" sldId="405"/>
        </pc:sldMkLst>
      </pc:sldChg>
      <pc:sldChg chg="del">
        <pc:chgData name="RAGHU RAMA RAJU DANDU" userId="S::519696@tcs.com::cb9fec1d-b515-4ddf-9131-8b0d12542529" providerId="AD" clId="Web-{C062F1C2-03CB-6E6C-47B6-729A751F0E1F}" dt="2020-02-24T11:47:58.032" v="94"/>
        <pc:sldMkLst>
          <pc:docMk/>
          <pc:sldMk cId="3708014920" sldId="406"/>
        </pc:sldMkLst>
      </pc:sldChg>
      <pc:sldChg chg="del">
        <pc:chgData name="RAGHU RAMA RAJU DANDU" userId="S::519696@tcs.com::cb9fec1d-b515-4ddf-9131-8b0d12542529" providerId="AD" clId="Web-{C062F1C2-03CB-6E6C-47B6-729A751F0E1F}" dt="2020-02-24T11:47:58.048" v="95"/>
        <pc:sldMkLst>
          <pc:docMk/>
          <pc:sldMk cId="3862110293" sldId="407"/>
        </pc:sldMkLst>
      </pc:sldChg>
      <pc:sldChg chg="del">
        <pc:chgData name="RAGHU RAMA RAJU DANDU" userId="S::519696@tcs.com::cb9fec1d-b515-4ddf-9131-8b0d12542529" providerId="AD" clId="Web-{C062F1C2-03CB-6E6C-47B6-729A751F0E1F}" dt="2020-02-24T11:47:58.845" v="96"/>
        <pc:sldMkLst>
          <pc:docMk/>
          <pc:sldMk cId="3536927718" sldId="408"/>
        </pc:sldMkLst>
      </pc:sldChg>
      <pc:sldChg chg="del">
        <pc:chgData name="RAGHU RAMA RAJU DANDU" userId="S::519696@tcs.com::cb9fec1d-b515-4ddf-9131-8b0d12542529" providerId="AD" clId="Web-{C062F1C2-03CB-6E6C-47B6-729A751F0E1F}" dt="2020-02-24T11:47:59.782" v="97"/>
        <pc:sldMkLst>
          <pc:docMk/>
          <pc:sldMk cId="748039594" sldId="409"/>
        </pc:sldMkLst>
      </pc:sldChg>
      <pc:sldChg chg="del">
        <pc:chgData name="RAGHU RAMA RAJU DANDU" userId="S::519696@tcs.com::cb9fec1d-b515-4ddf-9131-8b0d12542529" providerId="AD" clId="Web-{C062F1C2-03CB-6E6C-47B6-729A751F0E1F}" dt="2020-02-24T11:48:00.485" v="98"/>
        <pc:sldMkLst>
          <pc:docMk/>
          <pc:sldMk cId="59596248" sldId="410"/>
        </pc:sldMkLst>
      </pc:sldChg>
      <pc:sldChg chg="del">
        <pc:chgData name="RAGHU RAMA RAJU DANDU" userId="S::519696@tcs.com::cb9fec1d-b515-4ddf-9131-8b0d12542529" providerId="AD" clId="Web-{C062F1C2-03CB-6E6C-47B6-729A751F0E1F}" dt="2020-02-24T11:47:53.017" v="86"/>
        <pc:sldMkLst>
          <pc:docMk/>
          <pc:sldMk cId="538604624" sldId="411"/>
        </pc:sldMkLst>
      </pc:sldChg>
      <pc:sldChg chg="del">
        <pc:chgData name="RAGHU RAMA RAJU DANDU" userId="S::519696@tcs.com::cb9fec1d-b515-4ddf-9131-8b0d12542529" providerId="AD" clId="Web-{C062F1C2-03CB-6E6C-47B6-729A751F0E1F}" dt="2020-02-24T11:47:55.501" v="90"/>
        <pc:sldMkLst>
          <pc:docMk/>
          <pc:sldMk cId="2794133987" sldId="412"/>
        </pc:sldMkLst>
      </pc:sldChg>
      <pc:sldChg chg="del">
        <pc:chgData name="RAGHU RAMA RAJU DANDU" userId="S::519696@tcs.com::cb9fec1d-b515-4ddf-9131-8b0d12542529" providerId="AD" clId="Web-{C062F1C2-03CB-6E6C-47B6-729A751F0E1F}" dt="2020-02-24T11:48:01.313" v="99"/>
        <pc:sldMkLst>
          <pc:docMk/>
          <pc:sldMk cId="1075950143" sldId="4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>
            <a:extLst>
              <a:ext uri="{FF2B5EF4-FFF2-40B4-BE49-F238E27FC236}">
                <a16:creationId xmlns="" xmlns:a16="http://schemas.microsoft.com/office/drawing/2014/main" id="{78B9EE69-C63D-4A99-8AC6-1ABEC8D3B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4" name="AutoShape 2">
            <a:extLst>
              <a:ext uri="{FF2B5EF4-FFF2-40B4-BE49-F238E27FC236}">
                <a16:creationId xmlns="" xmlns:a16="http://schemas.microsoft.com/office/drawing/2014/main" id="{10EEBBC5-D260-4E04-981A-78C8658DF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5" name="AutoShape 3">
            <a:extLst>
              <a:ext uri="{FF2B5EF4-FFF2-40B4-BE49-F238E27FC236}">
                <a16:creationId xmlns="" xmlns:a16="http://schemas.microsoft.com/office/drawing/2014/main" id="{BBB1B64E-3F6A-4F3A-B668-9364D28E0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6" name="AutoShape 4">
            <a:extLst>
              <a:ext uri="{FF2B5EF4-FFF2-40B4-BE49-F238E27FC236}">
                <a16:creationId xmlns="" xmlns:a16="http://schemas.microsoft.com/office/drawing/2014/main" id="{8EDEAB44-9A4E-47B7-9BBD-0AABA33F8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7" name="AutoShape 5">
            <a:extLst>
              <a:ext uri="{FF2B5EF4-FFF2-40B4-BE49-F238E27FC236}">
                <a16:creationId xmlns="" xmlns:a16="http://schemas.microsoft.com/office/drawing/2014/main" id="{5199A469-BFF5-4989-BE99-5EEAB8B3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8" name="AutoShape 6">
            <a:extLst>
              <a:ext uri="{FF2B5EF4-FFF2-40B4-BE49-F238E27FC236}">
                <a16:creationId xmlns="" xmlns:a16="http://schemas.microsoft.com/office/drawing/2014/main" id="{5F185BCC-8890-4AEA-ABB4-7CB10034F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9" name="AutoShape 7">
            <a:extLst>
              <a:ext uri="{FF2B5EF4-FFF2-40B4-BE49-F238E27FC236}">
                <a16:creationId xmlns="" xmlns:a16="http://schemas.microsoft.com/office/drawing/2014/main" id="{C5E1FCB1-2E2D-4F95-B3AD-22DC1A36E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0" name="AutoShape 8">
            <a:extLst>
              <a:ext uri="{FF2B5EF4-FFF2-40B4-BE49-F238E27FC236}">
                <a16:creationId xmlns="" xmlns:a16="http://schemas.microsoft.com/office/drawing/2014/main" id="{9ECE8EEC-C854-4691-A50B-77F8A37A8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1" name="AutoShape 9">
            <a:extLst>
              <a:ext uri="{FF2B5EF4-FFF2-40B4-BE49-F238E27FC236}">
                <a16:creationId xmlns="" xmlns:a16="http://schemas.microsoft.com/office/drawing/2014/main" id="{9577E4C5-0C47-4127-ADE5-8DBCE306F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2" name="Text Box 10">
            <a:extLst>
              <a:ext uri="{FF2B5EF4-FFF2-40B4-BE49-F238E27FC236}">
                <a16:creationId xmlns="" xmlns:a16="http://schemas.microsoft.com/office/drawing/2014/main" id="{8AF3AB77-5BC7-4917-BC64-178D407E9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02907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3" name="Text Box 11">
            <a:extLst>
              <a:ext uri="{FF2B5EF4-FFF2-40B4-BE49-F238E27FC236}">
                <a16:creationId xmlns="" xmlns:a16="http://schemas.microsoft.com/office/drawing/2014/main" id="{B7295467-63D4-48F2-825B-F1DDBA4E0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0"/>
            <a:ext cx="4030663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84" name="Rectangle 12">
            <a:extLst>
              <a:ext uri="{FF2B5EF4-FFF2-40B4-BE49-F238E27FC236}">
                <a16:creationId xmlns="" xmlns:a16="http://schemas.microsoft.com/office/drawing/2014/main" id="{CCAE399C-DBBF-46C3-8975-0FD15FA07F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51525" cy="4384675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85" name="Rectangle 13">
            <a:extLst>
              <a:ext uri="{FF2B5EF4-FFF2-40B4-BE49-F238E27FC236}">
                <a16:creationId xmlns="" xmlns:a16="http://schemas.microsoft.com/office/drawing/2014/main" id="{C0B936AA-0B80-41A4-9E69-5C758D11B76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28688" y="5575300"/>
            <a:ext cx="7424737" cy="526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3086" name="Rectangle 14">
            <a:extLst>
              <a:ext uri="{FF2B5EF4-FFF2-40B4-BE49-F238E27FC236}">
                <a16:creationId xmlns="" xmlns:a16="http://schemas.microsoft.com/office/drawing/2014/main" id="{ECBEAEA6-5D77-437D-96C2-ECEEC07A7ED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1145838"/>
            <a:ext cx="4014788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r>
              <a:rPr lang="en-US" altLang="en-US" dirty="0"/>
              <a:t>Page No. 1</a:t>
            </a:r>
          </a:p>
        </p:txBody>
      </p:sp>
      <p:sp>
        <p:nvSpPr>
          <p:cNvPr id="3087" name="Rectangle 15">
            <a:extLst>
              <a:ext uri="{FF2B5EF4-FFF2-40B4-BE49-F238E27FC236}">
                <a16:creationId xmlns="" xmlns:a16="http://schemas.microsoft.com/office/drawing/2014/main" id="{936A029B-AFC4-48E3-A39E-942F560C1FA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5264150" y="11145838"/>
            <a:ext cx="4016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algn="r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fld id="{27CC5688-C8F4-45A0-99ED-5F86847F62B8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6BACFF5C-AF60-46BC-B87D-46C13208ACD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F94E96D3-747C-446C-BA59-C2E12E86DE0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3439428-DABB-4718-9DE0-E83E547AB89E}" type="slidenum">
              <a:rPr lang="en-US" altLang="en-US"/>
              <a:pPr/>
              <a:t>1</a:t>
            </a:fld>
            <a:endParaRPr lang="en-US" altLang="en-US" dirty="0"/>
          </a:p>
        </p:txBody>
      </p:sp>
      <p:sp>
        <p:nvSpPr>
          <p:cNvPr id="14337" name="Rectangle 1">
            <a:extLst>
              <a:ext uri="{FF2B5EF4-FFF2-40B4-BE49-F238E27FC236}">
                <a16:creationId xmlns="" xmlns:a16="http://schemas.microsoft.com/office/drawing/2014/main" id="{E41B3E79-A3CA-4816-8DC0-456A17F4D63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38" name="Rectangle 2">
            <a:extLst>
              <a:ext uri="{FF2B5EF4-FFF2-40B4-BE49-F238E27FC236}">
                <a16:creationId xmlns="" xmlns:a16="http://schemas.microsoft.com/office/drawing/2014/main" id="{126C09C7-C292-4A0A-9A99-D46868A6F62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1EAF3BC7-4B95-43C6-835D-1E5CB911EF5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DB0B8A6A-3C0F-4FD3-8CDE-3E2E14C5782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07A12C6-DBAF-4967-A281-CD1B567AA273}" type="slidenum">
              <a:rPr lang="en-US" altLang="en-US"/>
              <a:pPr/>
              <a:t>2</a:t>
            </a:fld>
            <a:endParaRPr lang="en-US" altLang="en-US" dirty="0"/>
          </a:p>
        </p:txBody>
      </p:sp>
      <p:sp>
        <p:nvSpPr>
          <p:cNvPr id="15361" name="Rectangle 1">
            <a:extLst>
              <a:ext uri="{FF2B5EF4-FFF2-40B4-BE49-F238E27FC236}">
                <a16:creationId xmlns="" xmlns:a16="http://schemas.microsoft.com/office/drawing/2014/main" id="{3AB053A5-6365-4B37-9D7F-12152B4A229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2" name="Rectangle 2">
            <a:extLst>
              <a:ext uri="{FF2B5EF4-FFF2-40B4-BE49-F238E27FC236}">
                <a16:creationId xmlns="" xmlns:a16="http://schemas.microsoft.com/office/drawing/2014/main" id="{D012D6E6-3975-4276-9E39-A742AD2788A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3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4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5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6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7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8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9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10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11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12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13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14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15</a:t>
            </a:fld>
            <a:endParaRPr lang="en-US" altLang="en-US" dirty="0"/>
          </a:p>
        </p:txBody>
      </p:sp>
      <p:sp>
        <p:nvSpPr>
          <p:cNvPr id="17409" name="Rectangle 1">
            <a:extLst>
              <a:ext uri="{FF2B5EF4-FFF2-40B4-BE49-F238E27FC236}">
                <a16:creationId xmlns=""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327628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="" xmlns:a16="http://schemas.microsoft.com/office/drawing/2014/main" id="{4D9D477B-F60D-44AB-A434-7462EE6928B7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 dirty="0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="" xmlns:a16="http://schemas.microsoft.com/office/drawing/2014/main" id="{5E215B1E-BF43-467E-BD89-D0C6ADF3A27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DEE03A4-5754-44D7-9B82-34707D640DED}" type="slidenum">
              <a:rPr lang="en-US" altLang="en-US"/>
              <a:pPr/>
              <a:t>16</a:t>
            </a:fld>
            <a:endParaRPr lang="en-US" altLang="en-US" dirty="0"/>
          </a:p>
        </p:txBody>
      </p:sp>
      <p:sp>
        <p:nvSpPr>
          <p:cNvPr id="23553" name="Rectangle 1">
            <a:extLst>
              <a:ext uri="{FF2B5EF4-FFF2-40B4-BE49-F238E27FC236}">
                <a16:creationId xmlns="" xmlns:a16="http://schemas.microsoft.com/office/drawing/2014/main" id="{63899783-499B-4410-8002-1E5BF999078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Rectangle 2">
            <a:extLst>
              <a:ext uri="{FF2B5EF4-FFF2-40B4-BE49-F238E27FC236}">
                <a16:creationId xmlns="" xmlns:a16="http://schemas.microsoft.com/office/drawing/2014/main" id="{61BA621F-C6C3-4AE8-8B36-E52F46C561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0031A4-66EE-4130-AA31-67C351845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6941F61-E4C2-4444-A3DF-CB4C808EB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ABBDB73-8668-4451-8FAD-0F8A795F68B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7101314-8759-46A8-8EDC-0D77084DD38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304019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C26BA5-84C1-4DA4-B5D7-0CCFB897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7B2E06-6C08-4E9B-BE6E-C48AB812A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7F12699-0F17-415A-888B-DB7E00B8184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D8BD146-6545-41AB-A8B0-84069CB4C151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19504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4FC11D-AE34-4F02-B0C4-C42EE32B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E77DDAA-3D99-4E95-B43E-358FE5A2C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E148F81-3263-4A17-9F76-58F6416F9C7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5E27D1A-042D-455F-B443-F2E1EC538C38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855363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D44990-EACB-44BA-85D5-87606B0C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BD2965-D859-4BAA-827B-BFE7DA653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F266151-55B5-4F95-835A-918A35F0B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2D3E0C2-BF3C-4A87-8DAA-CF783BA2872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5056C0C-7E61-424B-A283-01FA36A7DB1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48006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A32185-5EE0-447A-848C-3EB8F2B4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B7A0D10-654B-480C-9826-5B1F1D735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EF6AA3B-432E-401F-8DC3-4BA1F0CB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7563BF7-DBD2-4320-A6A9-59D1A1D51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733DF6B-3627-4859-9338-767191FA9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9FC9A81-B3BB-4DF3-95AB-A4E8311C9E0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CF7D1C5-572D-4BEE-9FBA-B7F910A73B79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7429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1748B2-2591-4500-9A20-CE1FB31E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57C941A3-FB39-4C32-85CF-48C76FE8AE6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B2B02AE-8466-40D6-BCBC-C16307318496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94330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C108854-0BB9-47C5-ADF4-61E782F346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F5E8E91-73AC-40DB-940C-1878A0BDD9B8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7311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60FDED5-D9B8-467A-A0EB-11C013A9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3364DF3-E57F-4EB5-ABE5-82336784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B2481FB-469D-47D1-98B4-9A9D294CB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10501AB-9014-44C1-911C-57D40C8E7D9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DE5C9A5-06A2-4738-ABC1-80D0B92DEBF7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386980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289DEE-48F2-449C-B601-51061862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C434716-A995-4B64-8F62-E69757429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10BB255-AFEF-4088-A5DB-02604514C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9EDBB8B-28D4-4EE4-A610-A7BCE76D802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03BF921-D95F-40E9-BCBE-DB9BA0F679EE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28722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96A4CF-2B0F-467D-A054-DC4F77A5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6799563-42D7-427F-8229-7D02D9C84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6969411-91A0-4AAB-A83E-D9F1EA8DC3D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20F1898-C603-413F-98FD-D8261ED58DEC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82617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FA012FB-5714-42AE-8F87-47E142177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E8AF19F5-C2D9-4483-B85F-93C51DB04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D444CAC-8FB7-48F0-9413-E61D0C1224C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23344D5-7AF2-44AC-9A33-67BD6B40F49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29755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016853-F0B6-44A6-B71C-BC8731200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47B1F0B-7B23-4D60-97A0-FA92B8987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0D44061-6467-4ECD-9600-98BC2CDC47B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891859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86914A2-DCA5-4DA2-85A3-812A85E6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5E388A9-1242-41A0-BE04-242371F8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78F1809-B773-4C31-8F20-6EAAED89772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2667038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5656E9-2963-463E-B8EB-C9B5E2B0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23A7A2F-55FB-45F3-9AE5-CA14D7F98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03F0822-F766-41F9-9706-5114C1B6704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1342545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5242CE-11BB-406C-A459-C1ECF7A6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D5B014-0916-43A4-80A5-DF663A9BD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A393324-F3F7-4724-8EF8-0F7BCF5D1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57E78C9-C6B3-458B-B653-1BC53D25338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427277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A88E76-1282-4469-B511-EC9D32325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6881670-2FBF-4F3E-ABCB-FE270B8BE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606BE01-8359-4AFB-A67A-A9444121B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31E5659-63CF-4583-AD4C-E8318148A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10235F4-FAA6-4C82-BBEF-9F18E83FF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D01CDE5-60D8-4C87-BFDC-86ABDC0298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193018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4DCC71B-8C78-4175-897A-6343D704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076EAF8-1AB9-4AB9-8818-F07C3E2C5D9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3526561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10D3562-4586-4E7E-86BB-04A65A3C260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16489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276058-0E7D-4CD1-94A5-EFD6CDBA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A6F5F2-D825-4991-805B-AAB2424A9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3E98F02-3E53-49BF-A8FD-2ABEC76E3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3C880E3-E242-431E-9CBC-F076363414C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3070800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CBA253-3988-4572-9BEB-5482006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9FDEF38D-4B99-4EE3-B133-2E57CAEA8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4C96CD1-EA31-4F96-BD93-B0124A03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B3E7BF1-0B83-4AFF-BC04-3FA04357C87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1993898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3BCE15-1133-4E47-BEBA-6DC7C659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068BD49-8809-4E6F-897D-3AF2C67C6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1CE604D-1F3D-437F-8739-16430513FF3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1108399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33C647D-40ED-48B6-AE42-3F656EB71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D1203A3-77ED-437F-AE14-D2AB703E1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187B608-DB1B-4622-97DC-09EB557EA0E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December 24, 2019</a:t>
            </a:r>
          </a:p>
        </p:txBody>
      </p:sp>
    </p:spTree>
    <p:extLst>
      <p:ext uri="{BB962C8B-B14F-4D97-AF65-F5344CB8AC3E}">
        <p14:creationId xmlns="" xmlns:p14="http://schemas.microsoft.com/office/powerpoint/2010/main" val="375230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="" xmlns:a16="http://schemas.microsoft.com/office/drawing/2014/main" id="{6FE06C0E-84AA-46E1-BA9C-CFACCB712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2814" b="4417"/>
          <a:stretch>
            <a:fillRect/>
          </a:stretch>
        </p:blipFill>
        <p:spPr bwMode="auto">
          <a:xfrm>
            <a:off x="0" y="5395913"/>
            <a:ext cx="91440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 t="2814" b="441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="" xmlns:a16="http://schemas.microsoft.com/office/drawing/2014/main" id="{3B86D761-2C53-4225-92FF-5A153219A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0E348F5D-F655-4FA5-9F0E-12C65DE76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10C4414C-33E8-41D5-8466-9279BD800BA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8477250" y="6461125"/>
            <a:ext cx="3667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F865EABB-C920-4FAA-A8EE-D52AFA00E593}" type="slidenum">
              <a:rPr lang="en-US" altLang="en-US"/>
              <a:pPr/>
              <a:t>‹#›</a:t>
            </a:fld>
            <a:endParaRPr lang="en-US" altLang="en-US" dirty="0"/>
          </a:p>
        </p:txBody>
      </p:sp>
      <p:pic>
        <p:nvPicPr>
          <p:cNvPr id="1029" name="Picture 5">
            <a:extLst>
              <a:ext uri="{FF2B5EF4-FFF2-40B4-BE49-F238E27FC236}">
                <a16:creationId xmlns="" xmlns:a16="http://schemas.microsoft.com/office/drawing/2014/main" id="{254CC723-EEAA-4CD0-BB7F-48B857BC9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6477000"/>
            <a:ext cx="2844800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="" xmlns:a16="http://schemas.microsoft.com/office/drawing/2014/main" id="{A018FB10-4394-4AB2-9CF2-C8523DF1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6459538"/>
            <a:ext cx="1412875" cy="31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 dirty="0">
                <a:solidFill>
                  <a:srgbClr val="4E84C4"/>
                </a:solidFill>
                <a:latin typeface="Myriad Pro" pitchFamily="32" charset="0"/>
              </a:rPr>
              <a:t>December 24, 2019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="" xmlns:a16="http://schemas.microsoft.com/office/drawing/2014/main" id="{B356A5DD-1E33-4F56-B4C2-91CE02B83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215" b="1630"/>
          <a:stretch>
            <a:fillRect/>
          </a:stretch>
        </p:blipFill>
        <p:spPr bwMode="auto">
          <a:xfrm>
            <a:off x="0" y="1682750"/>
            <a:ext cx="9144000" cy="227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 t="1215" b="163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="" xmlns:a16="http://schemas.microsoft.com/office/drawing/2014/main" id="{00132EA9-9163-4866-A1D0-8D215C41E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074" t="4198" r="693" b="2957"/>
          <a:stretch>
            <a:fillRect/>
          </a:stretch>
        </p:blipFill>
        <p:spPr bwMode="auto">
          <a:xfrm>
            <a:off x="87313" y="330200"/>
            <a:ext cx="8982075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 l="1074" t="4198" r="693" b="295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="" xmlns:a16="http://schemas.microsoft.com/office/drawing/2014/main" id="{8362795F-C5BC-4436-83F1-CA699FA3D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1349" t="5602" r="1587" b="3758"/>
          <a:stretch>
            <a:fillRect/>
          </a:stretch>
        </p:blipFill>
        <p:spPr bwMode="auto">
          <a:xfrm>
            <a:off x="6759575" y="6091238"/>
            <a:ext cx="20462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/>
                  <a:srcRect l="1349" t="5602" r="1587" b="375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2" name="Rectangle 4">
            <a:extLst>
              <a:ext uri="{FF2B5EF4-FFF2-40B4-BE49-F238E27FC236}">
                <a16:creationId xmlns="" xmlns:a16="http://schemas.microsoft.com/office/drawing/2014/main" id="{8D8B1704-7BC8-4EB3-BCF2-FC5F76404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="" xmlns:a16="http://schemas.microsoft.com/office/drawing/2014/main" id="{E23AB933-0E2F-4E2C-BEE4-6282EBA09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="" xmlns:a16="http://schemas.microsoft.com/office/drawing/2014/main" id="{CD84F5C8-8457-4F08-B429-DA855553624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279400" y="6342063"/>
            <a:ext cx="21193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ts val="563"/>
              </a:spcBef>
              <a:buClrTx/>
              <a:buFontTx/>
              <a:buNone/>
              <a:tabLst>
                <a:tab pos="723900" algn="l"/>
                <a:tab pos="1447800" algn="l"/>
              </a:tabLst>
              <a:defRPr sz="900">
                <a:solidFill>
                  <a:srgbClr val="FFFFFF"/>
                </a:solidFill>
                <a:latin typeface="+mj-lt"/>
                <a:cs typeface="Lucida Sans Unicode" panose="020B0602030504020204" pitchFamily="34" charset="0"/>
              </a:defRPr>
            </a:lvl1pPr>
          </a:lstStyle>
          <a:p>
            <a:r>
              <a:rPr lang="en-US" altLang="en-US" dirty="0"/>
              <a:t>December 24, 2019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="" xmlns:a16="http://schemas.microsoft.com/office/drawing/2014/main" id="{5EA96CD8-F8D1-4C6B-A282-CB622C00E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538" y="6342063"/>
            <a:ext cx="22860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>
            <a:extLst>
              <a:ext uri="{FF2B5EF4-FFF2-40B4-BE49-F238E27FC236}">
                <a16:creationId xmlns="" xmlns:a16="http://schemas.microsoft.com/office/drawing/2014/main" id="{79A810F6-9F42-421A-89AA-E85DD35E5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 dirty="0">
                <a:solidFill>
                  <a:srgbClr val="FFFFFF"/>
                </a:solidFill>
                <a:latin typeface="Myriad Pro" pitchFamily="32" charset="0"/>
              </a:rPr>
              <a:t>December 24, 2019</a:t>
            </a:r>
          </a:p>
        </p:txBody>
      </p:sp>
      <p:sp>
        <p:nvSpPr>
          <p:cNvPr id="4098" name="Text Box 2">
            <a:extLst>
              <a:ext uri="{FF2B5EF4-FFF2-40B4-BE49-F238E27FC236}">
                <a16:creationId xmlns="" xmlns:a16="http://schemas.microsoft.com/office/drawing/2014/main" id="{0A097FEE-5899-46F1-9189-5BA1853F3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914775"/>
            <a:ext cx="8407400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</a:pPr>
            <a:r>
              <a:rPr lang="en-US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Machine Learning  – Classifiers </a:t>
            </a:r>
            <a:r>
              <a:rPr lang="en-US" sz="3600" b="1" dirty="0" smtClean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Design</a:t>
            </a:r>
            <a:endParaRPr lang="en-US" sz="3600" b="1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="" xmlns:a16="http://schemas.microsoft.com/office/drawing/2014/main" id="{DA1C7BFA-39EC-4F16-B373-F8E1A2AD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="" xmlns:a16="http://schemas.microsoft.com/office/drawing/2014/main" id="{64409B9A-CD0D-49D8-B2A9-C91805569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E147F500-4EFA-4C4A-B482-01BD91C77220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2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5122" name="Text Box 2">
            <a:extLst>
              <a:ext uri="{FF2B5EF4-FFF2-40B4-BE49-F238E27FC236}">
                <a16:creationId xmlns="" xmlns:a16="http://schemas.microsoft.com/office/drawing/2014/main" id="{23D7D474-9F95-46FE-8BF3-7B1B33338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609600"/>
            <a:ext cx="8442325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4E84C4"/>
                </a:solidFill>
                <a:latin typeface="Myriad Pro" pitchFamily="32" charset="0"/>
              </a:rPr>
              <a:t>Agenda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="" xmlns:a16="http://schemas.microsoft.com/office/drawing/2014/main" id="{71AD3621-9BE1-4C82-8CF6-48250CA26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698" y="1528344"/>
            <a:ext cx="800417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107950" indent="-107950"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 smtClean="0">
                <a:latin typeface="Arial"/>
                <a:ea typeface="Microsoft YaHei"/>
                <a:cs typeface="Arial"/>
              </a:rPr>
              <a:t>Machine Learning –  </a:t>
            </a:r>
            <a:r>
              <a:rPr lang="en-US" sz="2400" dirty="0" smtClean="0">
                <a:latin typeface="Arial"/>
                <a:ea typeface="Microsoft YaHei"/>
                <a:cs typeface="Arial"/>
              </a:rPr>
              <a:t>Bias </a:t>
            </a:r>
            <a:r>
              <a:rPr lang="en-US" sz="2400" dirty="0" smtClean="0">
                <a:latin typeface="Arial"/>
                <a:ea typeface="Microsoft YaHei"/>
                <a:cs typeface="Arial"/>
              </a:rPr>
              <a:t>and </a:t>
            </a:r>
            <a:r>
              <a:rPr lang="en-US" sz="2400" dirty="0" smtClean="0">
                <a:latin typeface="Arial"/>
                <a:ea typeface="Microsoft YaHei"/>
                <a:cs typeface="Arial"/>
              </a:rPr>
              <a:t>Variance</a:t>
            </a:r>
            <a:endParaRPr lang="en-US" sz="2400" dirty="0" smtClean="0">
              <a:latin typeface="Arial"/>
              <a:ea typeface="Microsoft YaHei"/>
              <a:cs typeface="Arial"/>
            </a:endParaRP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 smtClean="0">
                <a:latin typeface="Arial"/>
                <a:ea typeface="Microsoft YaHei"/>
                <a:cs typeface="Arial"/>
              </a:rPr>
              <a:t>Machine Learning –  Bias –Variance Tradeoff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 smtClean="0">
                <a:latin typeface="Arial"/>
                <a:ea typeface="Microsoft YaHei"/>
                <a:cs typeface="Arial"/>
              </a:rPr>
              <a:t>Machine Learning –  Generative </a:t>
            </a:r>
            <a:r>
              <a:rPr lang="en-US" sz="2400" dirty="0" err="1" smtClean="0">
                <a:latin typeface="Arial"/>
                <a:ea typeface="Microsoft YaHei"/>
                <a:cs typeface="Arial"/>
              </a:rPr>
              <a:t>vs</a:t>
            </a:r>
            <a:r>
              <a:rPr lang="en-US" sz="2400" dirty="0" smtClean="0">
                <a:latin typeface="Arial"/>
                <a:ea typeface="Microsoft YaHei"/>
                <a:cs typeface="Arial"/>
              </a:rPr>
              <a:t> Discriminative Models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 smtClean="0">
                <a:latin typeface="Arial"/>
                <a:ea typeface="Microsoft YaHei"/>
                <a:cs typeface="Arial"/>
              </a:rPr>
              <a:t>Machine Learning –  Parametric </a:t>
            </a:r>
            <a:r>
              <a:rPr lang="en-US" sz="2400" dirty="0" err="1" smtClean="0">
                <a:latin typeface="Arial"/>
                <a:ea typeface="Microsoft YaHei"/>
                <a:cs typeface="Arial"/>
              </a:rPr>
              <a:t>vs</a:t>
            </a:r>
            <a:r>
              <a:rPr lang="en-US" sz="2400" dirty="0" smtClean="0">
                <a:latin typeface="Arial"/>
                <a:ea typeface="Microsoft YaHei"/>
                <a:cs typeface="Arial"/>
              </a:rPr>
              <a:t> Non-parametric Models </a:t>
            </a:r>
          </a:p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 smtClean="0">
                <a:latin typeface="Arial"/>
                <a:ea typeface="Microsoft YaHei"/>
                <a:cs typeface="Arial"/>
              </a:rPr>
              <a:t>Machine Learning –  Class Imbalance</a:t>
            </a:r>
            <a:endParaRPr lang="en-US" altLang="en-US" sz="24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124" name="Text Box 4">
            <a:extLst>
              <a:ext uri="{FF2B5EF4-FFF2-40B4-BE49-F238E27FC236}">
                <a16:creationId xmlns="" xmlns:a16="http://schemas.microsoft.com/office/drawing/2014/main" id="{AE882D4F-0A85-4258-9D6D-E8791E00E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6430963"/>
            <a:ext cx="103981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3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29" y="1109836"/>
            <a:ext cx="7988419" cy="4468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Bias: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/>
                <a:ea typeface="Microsoft YaHei"/>
                <a:cs typeface="Arial"/>
              </a:rPr>
              <a:t>When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an algorithm has limited flexibility to learn the true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value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from the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dataset then model is Biased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/>
                <a:ea typeface="Microsoft YaHei"/>
                <a:cs typeface="Arial"/>
              </a:rPr>
              <a:t>Bias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is an error from erroneous assumptions in the learning algorithm. </a:t>
            </a:r>
            <a:endParaRPr lang="en-US" sz="2000" dirty="0" smtClean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/>
                <a:ea typeface="Microsoft YaHei"/>
                <a:cs typeface="Arial"/>
              </a:rPr>
              <a:t>High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bias can cause an algorithm to miss the relevant relations between features and target outputs </a:t>
            </a:r>
            <a:r>
              <a:rPr lang="en-US" sz="2000" dirty="0" err="1" smtClean="0">
                <a:latin typeface="Arial"/>
                <a:ea typeface="Microsoft YaHei"/>
                <a:cs typeface="Arial"/>
              </a:rPr>
              <a:t>i.e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 </a:t>
            </a:r>
            <a:r>
              <a:rPr lang="en-US" sz="2000" dirty="0" err="1" smtClean="0">
                <a:latin typeface="Arial"/>
                <a:ea typeface="Microsoft YaHei"/>
                <a:cs typeface="Arial"/>
              </a:rPr>
              <a:t>underfitting</a:t>
            </a:r>
            <a:endParaRPr lang="en-US" sz="20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Variance: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000" dirty="0" smtClean="0">
                <a:latin typeface="Arial"/>
                <a:ea typeface="Microsoft YaHei"/>
                <a:cs typeface="Arial"/>
              </a:rPr>
              <a:t>When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to an algorithm’s sensitivity to specific sets of the training set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an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algorithm has limited flexibility to learn the true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value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from the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dataset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000" dirty="0" smtClean="0">
                <a:latin typeface="Arial"/>
                <a:ea typeface="Microsoft YaHei"/>
                <a:cs typeface="Arial"/>
              </a:rPr>
              <a:t>Variance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is an error from sensitivity to small fluctuations in the training set. </a:t>
            </a:r>
            <a:endParaRPr lang="en-US" sz="2000" dirty="0" smtClean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000" dirty="0" smtClean="0">
                <a:latin typeface="Arial"/>
                <a:ea typeface="Microsoft YaHei"/>
                <a:cs typeface="Arial"/>
              </a:rPr>
              <a:t>High 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variance can cause an algorithm to model the random noise in the training data, rather than the intended outputs </a:t>
            </a:r>
            <a:r>
              <a:rPr lang="en-US" sz="2000" dirty="0" err="1" smtClean="0">
                <a:latin typeface="Arial"/>
                <a:ea typeface="Microsoft YaHei"/>
                <a:cs typeface="Arial"/>
              </a:rPr>
              <a:t>i.e</a:t>
            </a:r>
            <a:r>
              <a:rPr lang="en-US" sz="2000" dirty="0" smtClean="0">
                <a:latin typeface="Arial"/>
                <a:ea typeface="Microsoft YaHei"/>
                <a:cs typeface="Arial"/>
              </a:rPr>
              <a:t> </a:t>
            </a:r>
            <a:r>
              <a:rPr lang="en-US" sz="2000" dirty="0" err="1" smtClean="0">
                <a:latin typeface="Arial"/>
                <a:ea typeface="Microsoft YaHei"/>
                <a:cs typeface="Arial"/>
              </a:rPr>
              <a:t>overfitting</a:t>
            </a: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Bias  </a:t>
            </a: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and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Variance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4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29" y="1109836"/>
            <a:ext cx="7988419" cy="1810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Bias-Variance tradeoff: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/>
                <a:ea typeface="Microsoft YaHei"/>
                <a:cs typeface="Arial"/>
              </a:rPr>
              <a:t>A good model should not have high bias and/or high variance. This is called Bias-Variance Tradeoff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Bias –Variance Tradeoff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6031" y="2754857"/>
            <a:ext cx="7237175" cy="2212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5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34" y="946064"/>
            <a:ext cx="7988419" cy="118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Bias-Variance tradeoff: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Bias –Variance Tradeoff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8424" y="1667159"/>
            <a:ext cx="6523629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6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40" y="1241946"/>
            <a:ext cx="5125036" cy="394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Bias-Variance tradeoff: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Models </a:t>
            </a:r>
            <a:r>
              <a:rPr lang="en-US" sz="2000" dirty="0" smtClean="0"/>
              <a:t>with too few parameters are inaccurate because of a </a:t>
            </a:r>
            <a:r>
              <a:rPr lang="en-US" sz="2000" b="1" dirty="0" smtClean="0"/>
              <a:t>large bias</a:t>
            </a:r>
            <a:r>
              <a:rPr lang="en-US" sz="2000" dirty="0" smtClean="0"/>
              <a:t> (not enough </a:t>
            </a:r>
            <a:r>
              <a:rPr lang="en-US" sz="2000" dirty="0" smtClean="0"/>
              <a:t>flexibility)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Models </a:t>
            </a:r>
            <a:r>
              <a:rPr lang="en-US" sz="2000" dirty="0" smtClean="0"/>
              <a:t>with too many parameters are inaccurate because of a </a:t>
            </a:r>
            <a:r>
              <a:rPr lang="en-US" sz="2000" b="1" dirty="0" smtClean="0"/>
              <a:t>large variance</a:t>
            </a:r>
            <a:r>
              <a:rPr lang="en-US" sz="2000" dirty="0" smtClean="0"/>
              <a:t> (too much sensitivity to the sample). 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Bias –Variance Tradeoff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05483" y="1311606"/>
            <a:ext cx="3406254" cy="2077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9709" y="3495249"/>
            <a:ext cx="3420795" cy="2086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7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29" y="1109836"/>
            <a:ext cx="7988419" cy="40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Generative Model: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 Generative Model ‌explicitly models the actual distribution of each </a:t>
            </a:r>
            <a:r>
              <a:rPr lang="en-US" sz="2000" dirty="0" smtClean="0"/>
              <a:t>class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Assume </a:t>
            </a:r>
            <a:r>
              <a:rPr lang="en-US" sz="2000" dirty="0" smtClean="0"/>
              <a:t>some functional form for P(X|Y), P(Y</a:t>
            </a:r>
            <a:r>
              <a:rPr lang="en-US" sz="2000" dirty="0" smtClean="0"/>
              <a:t>)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Estimate </a:t>
            </a:r>
            <a:r>
              <a:rPr lang="en-US" sz="2000" dirty="0" smtClean="0"/>
              <a:t>parameters of P(X|Y), P(Y) directly from training </a:t>
            </a:r>
            <a:r>
              <a:rPr lang="en-US" sz="2000" dirty="0" smtClean="0"/>
              <a:t>data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Use </a:t>
            </a:r>
            <a:r>
              <a:rPr lang="en-US" sz="2000" dirty="0" err="1" smtClean="0"/>
              <a:t>Bayes</a:t>
            </a:r>
            <a:r>
              <a:rPr lang="en-US" sz="2000" dirty="0" smtClean="0"/>
              <a:t> rule to calculate P(Y|X=x)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This </a:t>
            </a:r>
            <a:r>
              <a:rPr lang="en-US" sz="2000" dirty="0" smtClean="0"/>
              <a:t>is </a:t>
            </a:r>
            <a:r>
              <a:rPr lang="en-US" sz="2000" dirty="0" smtClean="0"/>
              <a:t>‘Generative</a:t>
            </a:r>
            <a:r>
              <a:rPr lang="en-US" sz="2000" dirty="0" smtClean="0"/>
              <a:t>’ </a:t>
            </a:r>
            <a:r>
              <a:rPr lang="en-US" sz="2000" dirty="0" smtClean="0"/>
              <a:t>model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/>
              <a:t>Indirect </a:t>
            </a:r>
            <a:r>
              <a:rPr lang="en-US" sz="2000" dirty="0" smtClean="0"/>
              <a:t>computation of P(Y|X) through </a:t>
            </a:r>
            <a:r>
              <a:rPr lang="en-US" sz="2000" dirty="0" err="1" smtClean="0"/>
              <a:t>Bayes</a:t>
            </a:r>
            <a:r>
              <a:rPr lang="en-US" sz="2000" dirty="0" smtClean="0"/>
              <a:t> rule </a:t>
            </a:r>
            <a:endParaRPr lang="en-US" sz="2000" dirty="0" smtClean="0"/>
          </a:p>
          <a:p>
            <a:pPr lvl="1">
              <a:buFont typeface="Wingdings" pitchFamily="2" charset="2"/>
              <a:buChar char="v"/>
            </a:pPr>
            <a:r>
              <a:rPr lang="en-US" sz="2000" dirty="0" smtClean="0"/>
              <a:t>But</a:t>
            </a:r>
            <a:r>
              <a:rPr lang="en-US" sz="2000" dirty="0" smtClean="0"/>
              <a:t>, can generate a sample of the </a:t>
            </a:r>
            <a:r>
              <a:rPr lang="en-US" sz="2000" dirty="0" smtClean="0"/>
              <a:t>data </a:t>
            </a:r>
            <a:endParaRPr lang="en-US" sz="2000" dirty="0" smtClean="0"/>
          </a:p>
          <a:p>
            <a:r>
              <a:rPr lang="en-US" sz="2000" dirty="0" smtClean="0">
                <a:latin typeface="Arial"/>
                <a:ea typeface="Microsoft YaHei"/>
                <a:cs typeface="Arial"/>
              </a:rPr>
              <a:t>Example: </a:t>
            </a:r>
            <a:r>
              <a:rPr lang="en-US" sz="2000" dirty="0" smtClean="0"/>
              <a:t>Naïve </a:t>
            </a:r>
            <a:r>
              <a:rPr lang="en-US" sz="2000" dirty="0" err="1" smtClean="0"/>
              <a:t>Bayes</a:t>
            </a:r>
            <a:r>
              <a:rPr lang="en-US" sz="2000" dirty="0" smtClean="0"/>
              <a:t> classifier 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7"/>
            <a:ext cx="8442325" cy="83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             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Generative </a:t>
            </a:r>
            <a:r>
              <a:rPr lang="en-US" sz="2800" dirty="0" err="1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vs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Discriminative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Models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8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29" y="1109836"/>
            <a:ext cx="7988419" cy="40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Discriminative Model: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 Discriminative model ‌models the </a:t>
            </a:r>
            <a:r>
              <a:rPr lang="en-US" sz="2000" b="1" dirty="0" smtClean="0"/>
              <a:t>decision boundary between the </a:t>
            </a:r>
            <a:r>
              <a:rPr lang="en-US" sz="2000" b="1" dirty="0" smtClean="0"/>
              <a:t>classes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Assume </a:t>
            </a:r>
            <a:r>
              <a:rPr lang="en-US" sz="2000" dirty="0" smtClean="0"/>
              <a:t>some functional form for </a:t>
            </a:r>
            <a:r>
              <a:rPr lang="en-US" sz="2000" b="1" dirty="0" smtClean="0"/>
              <a:t>P(Y|X) </a:t>
            </a:r>
            <a:endParaRPr lang="en-US" sz="2000" b="1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Estimate </a:t>
            </a:r>
            <a:r>
              <a:rPr lang="en-US" sz="2000" dirty="0" smtClean="0"/>
              <a:t>parameters of P(Y|X) directly from training </a:t>
            </a:r>
            <a:r>
              <a:rPr lang="en-US" sz="2000" dirty="0" smtClean="0"/>
              <a:t>data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This </a:t>
            </a:r>
            <a:r>
              <a:rPr lang="en-US" sz="2000" dirty="0" smtClean="0"/>
              <a:t>is the ‘discriminative’ model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/>
              <a:t>Directly </a:t>
            </a:r>
            <a:r>
              <a:rPr lang="en-US" sz="2000" dirty="0" smtClean="0"/>
              <a:t>learn P(Y|X) </a:t>
            </a:r>
            <a:endParaRPr lang="en-US" sz="2000" dirty="0" smtClean="0"/>
          </a:p>
          <a:p>
            <a:pPr lvl="1">
              <a:buFont typeface="Wingdings" pitchFamily="2" charset="2"/>
              <a:buChar char="v"/>
            </a:pPr>
            <a:r>
              <a:rPr lang="en-US" sz="2000" dirty="0" smtClean="0"/>
              <a:t>But </a:t>
            </a:r>
            <a:r>
              <a:rPr lang="en-US" sz="2000" dirty="0" smtClean="0"/>
              <a:t>cannot sample data, because P(X) is not available </a:t>
            </a: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  <a:p>
            <a:r>
              <a:rPr lang="en-US" sz="2000" dirty="0" smtClean="0">
                <a:latin typeface="Arial"/>
                <a:ea typeface="Microsoft YaHei"/>
                <a:cs typeface="Arial"/>
              </a:rPr>
              <a:t>Example: </a:t>
            </a:r>
            <a:r>
              <a:rPr lang="en-US" sz="2000" dirty="0" smtClean="0"/>
              <a:t>SVM, Decision Trees, k-NN, Boosting, Neural Networks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7"/>
            <a:ext cx="8442325" cy="83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             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Generative </a:t>
            </a:r>
            <a:r>
              <a:rPr lang="en-US" sz="2800" dirty="0" err="1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vs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Discriminative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Models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9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29" y="1109836"/>
            <a:ext cx="7988419" cy="40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Parametric Model: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 </a:t>
            </a:r>
            <a:r>
              <a:rPr lang="en-US" sz="2000" dirty="0" smtClean="0"/>
              <a:t>learning model that summarizes data with a set of parameters of fixed size (independent of the number of training examples) is called a parametric </a:t>
            </a:r>
            <a:r>
              <a:rPr lang="en-US" sz="2000" dirty="0" smtClean="0"/>
              <a:t>model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No </a:t>
            </a:r>
            <a:r>
              <a:rPr lang="en-US" sz="2000" dirty="0" smtClean="0"/>
              <a:t>matter how much data you throw at a parametric </a:t>
            </a:r>
            <a:r>
              <a:rPr lang="en-US" sz="2000" dirty="0" smtClean="0"/>
              <a:t>model it </a:t>
            </a:r>
            <a:r>
              <a:rPr lang="en-US" sz="2000" dirty="0" smtClean="0"/>
              <a:t>won’t change its mind about how many parameters it needs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Have </a:t>
            </a:r>
            <a:r>
              <a:rPr lang="en-US" sz="2000" dirty="0" smtClean="0"/>
              <a:t>fixed number of parameters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Make </a:t>
            </a:r>
            <a:r>
              <a:rPr lang="en-US" sz="2000" dirty="0" smtClean="0"/>
              <a:t>some strong assumptions about data </a:t>
            </a:r>
            <a:endParaRPr lang="en-US" sz="2000" dirty="0" smtClean="0"/>
          </a:p>
          <a:p>
            <a:r>
              <a:rPr lang="en-US" sz="2000" dirty="0" smtClean="0">
                <a:latin typeface="Arial"/>
                <a:ea typeface="Microsoft YaHei"/>
                <a:cs typeface="Arial"/>
              </a:rPr>
              <a:t>Example: </a:t>
            </a:r>
            <a:r>
              <a:rPr lang="en-US" sz="2000" dirty="0" smtClean="0"/>
              <a:t>Linear regression, Naive </a:t>
            </a:r>
            <a:r>
              <a:rPr lang="en-US" sz="2000" dirty="0" err="1" smtClean="0"/>
              <a:t>Bayes</a:t>
            </a:r>
            <a:r>
              <a:rPr lang="en-US" sz="2000" dirty="0" smtClean="0"/>
              <a:t> 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7"/>
            <a:ext cx="8442325" cy="83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              </a:t>
            </a:r>
            <a:endParaRPr lang="en-US" sz="2800" dirty="0" smtClean="0"/>
          </a:p>
          <a:p>
            <a:pPr algn="ctr"/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Parametric </a:t>
            </a:r>
            <a:r>
              <a:rPr lang="en-US" sz="2800" dirty="0" err="1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vs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Non-parametric Models </a:t>
            </a:r>
          </a:p>
        </p:txBody>
      </p:sp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10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29" y="1259961"/>
            <a:ext cx="7988419" cy="1701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Parametric Model: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7"/>
            <a:ext cx="8442325" cy="83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              </a:t>
            </a:r>
            <a:endParaRPr lang="en-US" sz="2800" dirty="0" smtClean="0"/>
          </a:p>
          <a:p>
            <a:pPr algn="ctr"/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Parametric </a:t>
            </a:r>
            <a:r>
              <a:rPr lang="en-US" sz="2800" dirty="0" err="1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vs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Non-parametric Models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967" y="1757860"/>
            <a:ext cx="7724633" cy="342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11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29" y="1109836"/>
            <a:ext cx="7988419" cy="407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Non-Parametric Model: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Nonparametric </a:t>
            </a:r>
            <a:r>
              <a:rPr lang="en-US" sz="2000" dirty="0" smtClean="0"/>
              <a:t>methods are good when you have a lot of data and no prior knowledge, and when you don’t want to worry too much about choosing just the right </a:t>
            </a:r>
            <a:r>
              <a:rPr lang="en-US" sz="2000" dirty="0" smtClean="0"/>
              <a:t>features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Flexible </a:t>
            </a:r>
            <a:r>
              <a:rPr lang="en-US" sz="2000" dirty="0" smtClean="0"/>
              <a:t>number of parameters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Number </a:t>
            </a:r>
            <a:r>
              <a:rPr lang="en-US" sz="2000" dirty="0" smtClean="0"/>
              <a:t>of parameters often grows with more </a:t>
            </a:r>
            <a:r>
              <a:rPr lang="en-US" sz="2000" dirty="0" smtClean="0"/>
              <a:t>data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Makes </a:t>
            </a:r>
            <a:r>
              <a:rPr lang="en-US" sz="2000" dirty="0" smtClean="0"/>
              <a:t>fewer assumptions about the data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Arial"/>
                <a:ea typeface="Microsoft YaHei"/>
                <a:cs typeface="Arial"/>
              </a:rPr>
              <a:t>Example: </a:t>
            </a:r>
            <a:r>
              <a:rPr lang="en-US" sz="2000" dirty="0" err="1" smtClean="0"/>
              <a:t>kNN</a:t>
            </a:r>
            <a:r>
              <a:rPr lang="en-US" sz="2000" dirty="0" smtClean="0"/>
              <a:t>, Decision Trees, SVM etc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7"/>
            <a:ext cx="8442325" cy="83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              </a:t>
            </a:r>
            <a:endParaRPr lang="en-US" sz="2800" dirty="0" smtClean="0"/>
          </a:p>
          <a:p>
            <a:pPr algn="ctr"/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Parametric </a:t>
            </a:r>
            <a:r>
              <a:rPr lang="en-US" sz="2800" dirty="0" err="1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vs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Non-parametric Models </a:t>
            </a:r>
          </a:p>
        </p:txBody>
      </p:sp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12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125" y="1082542"/>
            <a:ext cx="7988419" cy="1196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 smtClean="0">
                <a:latin typeface="Arial"/>
                <a:ea typeface="Microsoft YaHei"/>
                <a:cs typeface="Arial"/>
              </a:rPr>
              <a:t>Non-Parametric Model:</a:t>
            </a:r>
          </a:p>
          <a:p>
            <a:pPr marL="1270" indent="0" algn="just">
              <a:buClrTx/>
            </a:pPr>
            <a:endParaRPr lang="en-US" sz="2400" b="1" dirty="0" smtClean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7"/>
            <a:ext cx="8442325" cy="830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              </a:t>
            </a:r>
            <a:endParaRPr lang="en-US" sz="2800" dirty="0" smtClean="0"/>
          </a:p>
          <a:p>
            <a:pPr algn="ctr"/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Parametric </a:t>
            </a:r>
            <a:r>
              <a:rPr lang="en-US" sz="2800" dirty="0" err="1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vs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Non-parametric Models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966" y="1787076"/>
            <a:ext cx="8013367" cy="3521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13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93" y="1528549"/>
            <a:ext cx="7988419" cy="328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endParaRPr lang="en-US" sz="2400" dirty="0" smtClean="0"/>
          </a:p>
          <a:p>
            <a:r>
              <a:rPr lang="en-US" sz="2400" b="1" dirty="0" smtClean="0"/>
              <a:t>Class Imbalance:</a:t>
            </a:r>
          </a:p>
          <a:p>
            <a:endParaRPr lang="en-US" sz="2400" b="1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The assumption that </a:t>
            </a:r>
            <a:r>
              <a:rPr lang="en-US" sz="2000" dirty="0" smtClean="0"/>
              <a:t>data sets are balanced: i.e., there are as many positive examples of the concept as there are negative ones </a:t>
            </a:r>
            <a:r>
              <a:rPr lang="en-US" sz="2000" dirty="0" smtClean="0"/>
              <a:t> is not always true in real-world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Standard </a:t>
            </a:r>
            <a:r>
              <a:rPr lang="en-US" sz="2000" dirty="0" smtClean="0"/>
              <a:t>learners are often biased towards the majority </a:t>
            </a:r>
            <a:r>
              <a:rPr lang="en-US" sz="2000" dirty="0" smtClean="0"/>
              <a:t>class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As </a:t>
            </a:r>
            <a:r>
              <a:rPr lang="en-US" sz="2000" dirty="0" smtClean="0"/>
              <a:t>a result, examples from the overwhelming class are well-classified whereas examples from the minority class tend to be misclassified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Some ML algorithms like Decision Trees are sensitive to class imbalance  while others like NB are less prone to class imbalance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endParaRPr lang="en-US" sz="2000" dirty="0" smtClean="0"/>
          </a:p>
          <a:p>
            <a:pPr marL="1270" indent="0" algn="just">
              <a:buClrTx/>
            </a:pPr>
            <a:endParaRPr lang="en-US" sz="2400" b="1" dirty="0" smtClean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694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             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 Class Imbalance</a:t>
            </a:r>
            <a:endParaRPr lang="en-US" sz="2800" dirty="0" smtClean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14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319" y="1869744"/>
            <a:ext cx="7988419" cy="328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endParaRPr lang="en-US" sz="2400" dirty="0" smtClean="0"/>
          </a:p>
          <a:p>
            <a:r>
              <a:rPr lang="en-US" sz="2400" b="1" dirty="0" smtClean="0"/>
              <a:t>Handling Class Imbalance:</a:t>
            </a:r>
          </a:p>
          <a:p>
            <a:endParaRPr lang="en-US" sz="2400" b="1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At </a:t>
            </a:r>
            <a:r>
              <a:rPr lang="en-US" sz="2000" dirty="0" smtClean="0"/>
              <a:t>the </a:t>
            </a:r>
            <a:r>
              <a:rPr lang="en-US" sz="2000" b="1" dirty="0" smtClean="0"/>
              <a:t>data </a:t>
            </a:r>
            <a:r>
              <a:rPr lang="en-US" sz="2000" dirty="0" smtClean="0"/>
              <a:t>Level: </a:t>
            </a:r>
            <a:r>
              <a:rPr lang="en-US" sz="2000" dirty="0" smtClean="0"/>
              <a:t>Re-Sampling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/>
              <a:t>Oversampling </a:t>
            </a:r>
            <a:r>
              <a:rPr lang="en-US" sz="2000" dirty="0" smtClean="0"/>
              <a:t>(Random or Directed)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err="1" smtClean="0"/>
              <a:t>Undersampling</a:t>
            </a:r>
            <a:r>
              <a:rPr lang="en-US" sz="2000" dirty="0" smtClean="0"/>
              <a:t> </a:t>
            </a:r>
            <a:r>
              <a:rPr lang="en-US" sz="2000" dirty="0" smtClean="0"/>
              <a:t>(Random or Directed)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/>
              <a:t>Active </a:t>
            </a:r>
            <a:r>
              <a:rPr lang="en-US" sz="2000" dirty="0" smtClean="0"/>
              <a:t>Sampling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At </a:t>
            </a:r>
            <a:r>
              <a:rPr lang="en-US" sz="2000" dirty="0" smtClean="0"/>
              <a:t>the Algorithmic Level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/>
              <a:t>Adjusting </a:t>
            </a:r>
            <a:r>
              <a:rPr lang="en-US" sz="2000" dirty="0" smtClean="0"/>
              <a:t>the Costs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 smtClean="0"/>
              <a:t>Adjusting the decision threshold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err="1" smtClean="0"/>
              <a:t>Undersampling</a:t>
            </a:r>
            <a:r>
              <a:rPr lang="en-US" sz="2000" dirty="0" smtClean="0"/>
              <a:t> </a:t>
            </a:r>
            <a:r>
              <a:rPr lang="en-US" sz="2000" dirty="0" smtClean="0"/>
              <a:t>(random and directed) is not effective and can even hurt </a:t>
            </a:r>
            <a:r>
              <a:rPr lang="en-US" sz="2000" dirty="0" smtClean="0"/>
              <a:t>performance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Random </a:t>
            </a:r>
            <a:r>
              <a:rPr lang="en-US" sz="2000" dirty="0" smtClean="0"/>
              <a:t>oversampling helps quite dramatically at all complexity </a:t>
            </a:r>
          </a:p>
          <a:p>
            <a:endParaRPr lang="en-US" sz="2000" dirty="0" smtClean="0"/>
          </a:p>
          <a:p>
            <a:pPr>
              <a:buFont typeface="Wingdings" pitchFamily="2" charset="2"/>
              <a:buChar char="§"/>
            </a:pPr>
            <a:endParaRPr lang="en-US" sz="2000" dirty="0" smtClean="0"/>
          </a:p>
          <a:p>
            <a:endParaRPr lang="en-US" sz="2000" dirty="0" smtClean="0"/>
          </a:p>
          <a:p>
            <a:pPr marL="1270" indent="0" algn="just">
              <a:buClrTx/>
            </a:pPr>
            <a:endParaRPr lang="en-US" sz="2400" b="1" dirty="0" smtClean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694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             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 Class Imbalance</a:t>
            </a:r>
            <a:endParaRPr lang="en-US" sz="2800" dirty="0" smtClean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=""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15</a:t>
            </a:fld>
            <a:endParaRPr lang="en-US" altLang="en-US" sz="900" b="1" dirty="0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89" y="1160060"/>
            <a:ext cx="7988419" cy="176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endParaRPr lang="en-US" sz="2400" dirty="0" smtClean="0"/>
          </a:p>
          <a:p>
            <a:r>
              <a:rPr lang="en-US" sz="2400" b="1" dirty="0" smtClean="0"/>
              <a:t>Handling Class Imbalance: Oversampling</a:t>
            </a:r>
          </a:p>
          <a:p>
            <a:endParaRPr lang="en-US" sz="2400" b="1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Synthetic </a:t>
            </a:r>
            <a:r>
              <a:rPr lang="en-US" sz="2000" dirty="0" smtClean="0"/>
              <a:t>Minority Oversampling </a:t>
            </a:r>
            <a:r>
              <a:rPr lang="en-US" sz="2000" dirty="0" smtClean="0"/>
              <a:t>Technique(SMOTE)</a:t>
            </a:r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pPr marL="1270" indent="0" algn="just">
              <a:buClrTx/>
            </a:pPr>
            <a:endParaRPr lang="en-US" sz="2400" b="1" dirty="0" smtClean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endParaRPr lang="en-US" sz="2000" dirty="0" smtClean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=""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=""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694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               </a:t>
            </a:r>
            <a:r>
              <a:rPr lang="en-US" sz="2800" dirty="0" smtClean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 Class Imbalance</a:t>
            </a:r>
            <a:endParaRPr lang="en-US" sz="2800" dirty="0" smtClean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5808" y="2415584"/>
            <a:ext cx="6688825" cy="29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>
            <a:extLst>
              <a:ext uri="{FF2B5EF4-FFF2-40B4-BE49-F238E27FC236}">
                <a16:creationId xmlns="" xmlns:a16="http://schemas.microsoft.com/office/drawing/2014/main" id="{264FF23A-30EB-4069-9B5E-258AE75F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 dirty="0">
                <a:solidFill>
                  <a:srgbClr val="FFFFFF"/>
                </a:solidFill>
                <a:latin typeface="Myriad Pro" pitchFamily="32" charset="0"/>
              </a:rPr>
              <a:t>December 30, 2019</a:t>
            </a:r>
          </a:p>
        </p:txBody>
      </p:sp>
      <p:sp>
        <p:nvSpPr>
          <p:cNvPr id="13314" name="Text Box 2">
            <a:extLst>
              <a:ext uri="{FF2B5EF4-FFF2-40B4-BE49-F238E27FC236}">
                <a16:creationId xmlns="" xmlns:a16="http://schemas.microsoft.com/office/drawing/2014/main" id="{31C4241A-B4DD-46F3-8307-3E506671F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048000"/>
            <a:ext cx="7772400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5600" b="1" dirty="0">
                <a:solidFill>
                  <a:srgbClr val="FFFFFF"/>
                </a:solidFill>
                <a:latin typeface="Myriad Pro" pitchFamily="32" charset="0"/>
              </a:rPr>
              <a:t>Thank You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="" xmlns:a16="http://schemas.microsoft.com/office/drawing/2014/main" id="{BF74B836-9914-4B4F-B695-2900652C5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 dirty="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23EBA662DC2F4CB7ADD22F2E951392" ma:contentTypeVersion="7" ma:contentTypeDescription="Create a new document." ma:contentTypeScope="" ma:versionID="51fcf65e73498f8be6b48cb91e4ef961">
  <xsd:schema xmlns:xsd="http://www.w3.org/2001/XMLSchema" xmlns:xs="http://www.w3.org/2001/XMLSchema" xmlns:p="http://schemas.microsoft.com/office/2006/metadata/properties" xmlns:ns2="128c8aad-ec74-4bdc-b5c5-9fd13dcdd114" targetNamespace="http://schemas.microsoft.com/office/2006/metadata/properties" ma:root="true" ma:fieldsID="9476b988e90c33c0380ef560b6c63609" ns2:_="">
    <xsd:import namespace="128c8aad-ec74-4bdc-b5c5-9fd13dcdd1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c8aad-ec74-4bdc-b5c5-9fd13dcdd1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D10ACB-066E-4C9B-9FB3-1C98453C1D6C}"/>
</file>

<file path=customXml/itemProps2.xml><?xml version="1.0" encoding="utf-8"?>
<ds:datastoreItem xmlns:ds="http://schemas.openxmlformats.org/officeDocument/2006/customXml" ds:itemID="{4D1B3AAF-A081-4445-B877-699B19000CC7}"/>
</file>

<file path=customXml/itemProps3.xml><?xml version="1.0" encoding="utf-8"?>
<ds:datastoreItem xmlns:ds="http://schemas.openxmlformats.org/officeDocument/2006/customXml" ds:itemID="{B542D929-2C66-4E08-8965-45B4FB237199}"/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685</Words>
  <Application>Microsoft Office PowerPoint</Application>
  <PresentationFormat>On-screen Show (4:3)</PresentationFormat>
  <Paragraphs>179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Chennai LIC Hierarchy / Career Path 2006-07</dc:title>
  <dc:creator>75345</dc:creator>
  <cp:lastModifiedBy>Rama Chandra Raju Dandu</cp:lastModifiedBy>
  <cp:revision>8043</cp:revision>
  <cp:lastPrinted>1601-01-01T00:00:00Z</cp:lastPrinted>
  <dcterms:created xsi:type="dcterms:W3CDTF">2006-06-27T12:15:40Z</dcterms:created>
  <dcterms:modified xsi:type="dcterms:W3CDTF">2020-02-25T18:09:22Z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0x0101005323EBA662DC2F4CB7ADD22F2E951392</vt:lpwstr>
  </property>
  <property fmtid="{D5CDD505-2E9C-101B-9397-08002B2CF9AE}" pid="3" name="Order">
    <vt:r8>62200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
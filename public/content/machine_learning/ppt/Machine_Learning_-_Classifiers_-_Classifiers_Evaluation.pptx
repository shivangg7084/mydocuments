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23"/>
  </p:notesMasterIdLst>
  <p:sldIdLst>
    <p:sldId id="256" r:id="rId3"/>
    <p:sldId id="257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9" r:id="rId14"/>
    <p:sldId id="398" r:id="rId15"/>
    <p:sldId id="400" r:id="rId16"/>
    <p:sldId id="401" r:id="rId17"/>
    <p:sldId id="402" r:id="rId18"/>
    <p:sldId id="403" r:id="rId19"/>
    <p:sldId id="404" r:id="rId20"/>
    <p:sldId id="405" r:id="rId21"/>
    <p:sldId id="265" r:id="rId22"/>
  </p:sldIdLst>
  <p:sldSz cx="9144000" cy="6858000" type="screen4x3"/>
  <p:notesSz cx="9294813" cy="11736388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8EFC5-BE30-1A0D-B7D6-9A5267E00D3B}" v="157" dt="2020-01-06T06:22:11.494"/>
    <p1510:client id="{05BB4B1B-79CE-D963-AC9A-CAC6D472F72F}" v="879" dt="2020-01-08T07:27:55.064"/>
    <p1510:client id="{143DE85F-A954-CB42-8E75-435743489C4C}" v="278" dt="2020-01-06T10:49:54.742"/>
    <p1510:client id="{15E4EC71-5558-8480-4EAE-A9D6EB739AA9}" v="816" dt="2020-02-20T11:13:57.933"/>
    <p1510:client id="{2018B715-C734-C48C-89A2-F74A2CC77C52}" v="820" dt="2020-02-24T09:28:09.811"/>
    <p1510:client id="{23EB46A2-3705-2DC0-8D87-4C9E2C8BDD11}" v="277" dt="2020-02-20T12:57:10.949"/>
    <p1510:client id="{241EF44E-42DD-1DCB-77DC-B5D285D6EA46}" v="2" dt="2020-01-06T06:24:11.837"/>
    <p1510:client id="{2CB518B4-48B9-7C35-723C-F4253F8F7638}" v="586" dt="2020-02-12T06:58:18.082"/>
    <p1510:client id="{2FFB0432-39F9-D054-48DF-1A00BEB9277C}" v="985" dt="2020-02-17T09:15:27.544"/>
    <p1510:client id="{350A8DF7-9418-D7FC-4F1A-24992B31A065}" v="25" dt="2020-01-24T12:05:01.874"/>
    <p1510:client id="{39F54347-99EF-0B4B-97E4-0C386BAABFF5}" v="753" dt="2020-02-12T09:41:23.069"/>
    <p1510:client id="{59F3C956-E6C2-A86C-7A5C-3AB14756F3E6}" v="12" dt="2020-01-08T08:06:18.077"/>
    <p1510:client id="{63C36413-ABEB-9E36-92E1-DC025E5B7DDD}" v="521" dt="2020-01-09T09:00:51.196"/>
    <p1510:client id="{6684C94E-BAE3-DD0F-A752-17B4741F65BE}" v="357" dt="2020-01-06T11:21:47.983"/>
    <p1510:client id="{6BFB7AA0-9A91-5CE6-207F-A64E26FB4F87}" v="1305" dt="2020-02-19T13:27:55.554"/>
    <p1510:client id="{72C31571-8A6A-F6F1-8814-81E4289EEAA7}" v="472" dt="2020-02-11T13:03:16.784"/>
    <p1510:client id="{773E3147-A383-7535-3B48-6D85175C8116}" v="255" dt="2020-01-06T09:33:25.036"/>
    <p1510:client id="{7D863F5A-D09E-A271-77D6-822EE9C521D4}" v="454" dt="2020-02-17T11:27:13.778"/>
    <p1510:client id="{801BAA24-4546-4F49-79BA-E81DE07C172A}" v="6" dt="2020-01-09T09:13:23.286"/>
    <p1510:client id="{81FEB59E-BDFD-FD9C-E9A4-243F33929167}" v="464" dt="2020-01-07T09:52:02.981"/>
    <p1510:client id="{86061FEA-CB90-410D-5C5A-C964B5C73A71}" v="889" dt="2020-02-11T11:33:22.290"/>
    <p1510:client id="{8E599280-CDC5-5B44-1702-8CD408FB965D}" v="13" dt="2020-01-09T09:43:01.311"/>
    <p1510:client id="{90986C09-3C17-A937-6E5F-73D9D48B233A}" v="982" dt="2020-02-12T12:09:05.493"/>
    <p1510:client id="{91EDDD0C-0DCB-E74F-6CF5-953A9FCC1B45}" v="1039" dt="2020-02-03T09:58:26.443"/>
    <p1510:client id="{9825F6EE-3AA6-0829-F639-F5F9159129C2}" v="2" dt="2020-02-27T11:26:48.558"/>
    <p1510:client id="{99FE337E-42DF-0BD9-383B-8A54358A12AE}" v="205" dt="2020-01-07T11:56:57.093"/>
    <p1510:client id="{9DD28641-6D5D-51B9-EB8F-58FB2AFBD7E4}" v="661" dt="2020-02-20T09:28:21.663"/>
    <p1510:client id="{9EFDEA6F-7504-2790-4241-22955A03E37B}" v="30" dt="2020-01-07T09:56:55.456"/>
    <p1510:client id="{A45CCE67-BCB7-B8B2-2C2A-876DDCD8BE01}" v="160" dt="2020-01-06T06:11:11.731"/>
    <p1510:client id="{A810AA51-D6D4-C062-1A8B-A0C44208AC30}" v="25" dt="2020-02-11T13:08:30.180"/>
    <p1510:client id="{AF9AFB9D-617D-9426-815E-C920008EED9C}" v="200" dt="2020-01-06T05:31:59.373"/>
    <p1510:client id="{B085305B-D954-284F-3ED8-D51B1216B1EC}" v="443" dt="2020-01-07T06:44:26.601"/>
    <p1510:client id="{B2F597B9-2AC4-FC29-22BC-35BE0DA02AFB}" v="34" dt="2020-02-12T12:16:49.145"/>
    <p1510:client id="{B5CC8AF8-316E-CE2E-0FD2-4312E01D6C4E}" v="394" dt="2020-02-18T11:40:25.823"/>
    <p1510:client id="{B9BA91B7-460E-4014-F372-7F6E8F489F2F}" v="25" dt="2020-01-06T06:15:02.921"/>
    <p1510:client id="{C062F1C2-03CB-6E6C-47B6-729A751F0E1F}" v="177" dt="2020-02-24T11:55:12.187"/>
    <p1510:client id="{C0FC5D92-134C-F03A-5E7F-3517995CF4F2}" v="619" dt="2020-01-07T11:39:07.689"/>
    <p1510:client id="{C8D5AB90-4713-C874-2D02-04E2747985B1}" v="410" dt="2020-01-09T06:31:16.965"/>
    <p1510:client id="{C9367CE0-1FD9-3E96-B67F-DB10E405E9A0}" v="3" dt="2020-02-19T12:25:53.028"/>
    <p1510:client id="{CB585959-FBAB-D437-B043-EC59CB24110F}" v="1093" dt="2020-01-31T11:54:05.997"/>
    <p1510:client id="{DA6F1BD7-3399-93AF-A0D6-3E3909E87D2B}" v="19" dt="2020-01-06T06:27:18.790"/>
    <p1510:client id="{DEE54C43-0043-590F-B245-43108378BAB0}" v="451" dt="2020-01-31T07:17:10.654"/>
    <p1510:client id="{E7C6884E-1D8C-1D67-A9C0-D76B91D814A8}" v="223" dt="2020-01-08T08:41:22.102"/>
    <p1510:client id="{EF0B8DD4-77CC-A459-EDF6-31EA14881AC7}" v="1057" dt="2020-02-19T12:10:50.798"/>
    <p1510:client id="{F59E60CA-34B2-0485-0D41-5E8B4F2762C8}" v="371" dt="2020-02-24T10:15:43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1572" y="-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 RAMA RAJU DANDU" userId="S::519696@tcs.com::cb9fec1d-b515-4ddf-9131-8b0d12542529" providerId="AD" clId="Web-{9825F6EE-3AA6-0829-F639-F5F9159129C2}"/>
    <pc:docChg chg="modSld">
      <pc:chgData name="RAGHU RAMA RAJU DANDU" userId="S::519696@tcs.com::cb9fec1d-b515-4ddf-9131-8b0d12542529" providerId="AD" clId="Web-{9825F6EE-3AA6-0829-F639-F5F9159129C2}" dt="2020-02-27T11:26:48.558" v="1" actId="20577"/>
      <pc:docMkLst>
        <pc:docMk/>
      </pc:docMkLst>
      <pc:sldChg chg="modSp">
        <pc:chgData name="RAGHU RAMA RAJU DANDU" userId="S::519696@tcs.com::cb9fec1d-b515-4ddf-9131-8b0d12542529" providerId="AD" clId="Web-{9825F6EE-3AA6-0829-F639-F5F9159129C2}" dt="2020-02-27T11:26:48.558" v="1" actId="20577"/>
        <pc:sldMkLst>
          <pc:docMk/>
          <pc:sldMk cId="3540549369" sldId="405"/>
        </pc:sldMkLst>
        <pc:spChg chg="mod">
          <ac:chgData name="RAGHU RAMA RAJU DANDU" userId="S::519696@tcs.com::cb9fec1d-b515-4ddf-9131-8b0d12542529" providerId="AD" clId="Web-{9825F6EE-3AA6-0829-F639-F5F9159129C2}" dt="2020-02-27T11:26:48.558" v="1" actId="20577"/>
          <ac:spMkLst>
            <pc:docMk/>
            <pc:sldMk cId="3540549369" sldId="405"/>
            <ac:spMk id="7171" creationId="{7CF55ACE-C462-4A89-B58D-A593CC4EC317}"/>
          </ac:spMkLst>
        </pc:spChg>
      </pc:sldChg>
    </pc:docChg>
  </pc:docChgLst>
  <pc:docChgLst>
    <pc:chgData name="RAGHU RAMA RAJU DANDU" userId="S::519696@tcs.com::cb9fec1d-b515-4ddf-9131-8b0d12542529" providerId="AD" clId="Web-{C062F1C2-03CB-6E6C-47B6-729A751F0E1F}"/>
    <pc:docChg chg="delSld modSld">
      <pc:chgData name="RAGHU RAMA RAJU DANDU" userId="S::519696@tcs.com::cb9fec1d-b515-4ddf-9131-8b0d12542529" providerId="AD" clId="Web-{C062F1C2-03CB-6E6C-47B6-729A751F0E1F}" dt="2020-02-24T11:55:12.187" v="168" actId="1076"/>
      <pc:docMkLst>
        <pc:docMk/>
      </pc:docMkLst>
      <pc:sldChg chg="modSp">
        <pc:chgData name="RAGHU RAMA RAJU DANDU" userId="S::519696@tcs.com::cb9fec1d-b515-4ddf-9131-8b0d12542529" providerId="AD" clId="Web-{C062F1C2-03CB-6E6C-47B6-729A751F0E1F}" dt="2020-02-24T11:40:54.393" v="2" actId="20577"/>
        <pc:sldMkLst>
          <pc:docMk/>
          <pc:sldMk cId="0" sldId="256"/>
        </pc:sldMkLst>
        <pc:spChg chg="mod">
          <ac:chgData name="RAGHU RAMA RAJU DANDU" userId="S::519696@tcs.com::cb9fec1d-b515-4ddf-9131-8b0d12542529" providerId="AD" clId="Web-{C062F1C2-03CB-6E6C-47B6-729A751F0E1F}" dt="2020-02-24T11:40:54.393" v="2" actId="20577"/>
          <ac:spMkLst>
            <pc:docMk/>
            <pc:sldMk cId="0" sldId="256"/>
            <ac:spMk id="4098" creationId="{0A097FEE-5899-46F1-9189-5BA1853F36B9}"/>
          </ac:spMkLst>
        </pc:spChg>
      </pc:sldChg>
      <pc:sldChg chg="modSp">
        <pc:chgData name="RAGHU RAMA RAJU DANDU" userId="S::519696@tcs.com::cb9fec1d-b515-4ddf-9131-8b0d12542529" providerId="AD" clId="Web-{C062F1C2-03CB-6E6C-47B6-729A751F0E1F}" dt="2020-02-24T11:45:01.470" v="3" actId="20577"/>
        <pc:sldMkLst>
          <pc:docMk/>
          <pc:sldMk cId="0" sldId="257"/>
        </pc:sldMkLst>
        <pc:spChg chg="mod">
          <ac:chgData name="RAGHU RAMA RAJU DANDU" userId="S::519696@tcs.com::cb9fec1d-b515-4ddf-9131-8b0d12542529" providerId="AD" clId="Web-{C062F1C2-03CB-6E6C-47B6-729A751F0E1F}" dt="2020-02-24T11:45:01.470" v="3" actId="20577"/>
          <ac:spMkLst>
            <pc:docMk/>
            <pc:sldMk cId="0" sldId="257"/>
            <ac:spMk id="5123" creationId="{71AD3621-9BE1-4C82-8CF6-48250CA267E9}"/>
          </ac:spMkLst>
        </pc:spChg>
      </pc:sldChg>
      <pc:sldChg chg="addSp delSp modSp">
        <pc:chgData name="RAGHU RAMA RAJU DANDU" userId="S::519696@tcs.com::cb9fec1d-b515-4ddf-9131-8b0d12542529" providerId="AD" clId="Web-{C062F1C2-03CB-6E6C-47B6-729A751F0E1F}" dt="2020-02-24T11:55:12.187" v="168" actId="1076"/>
        <pc:sldMkLst>
          <pc:docMk/>
          <pc:sldMk cId="3540549369" sldId="389"/>
        </pc:sldMkLst>
        <pc:spChg chg="mod">
          <ac:chgData name="RAGHU RAMA RAJU DANDU" userId="S::519696@tcs.com::cb9fec1d-b515-4ddf-9131-8b0d12542529" providerId="AD" clId="Web-{C062F1C2-03CB-6E6C-47B6-729A751F0E1F}" dt="2020-02-24T11:45:25.486" v="6" actId="20577"/>
          <ac:spMkLst>
            <pc:docMk/>
            <pc:sldMk cId="3540549369" sldId="389"/>
            <ac:spMk id="2" creationId="{08EB4E0F-8598-4A51-BF3F-0F88BB418FA4}"/>
          </ac:spMkLst>
        </pc:spChg>
        <pc:spChg chg="mod">
          <ac:chgData name="RAGHU RAMA RAJU DANDU" userId="S::519696@tcs.com::cb9fec1d-b515-4ddf-9131-8b0d12542529" providerId="AD" clId="Web-{C062F1C2-03CB-6E6C-47B6-729A751F0E1F}" dt="2020-02-24T11:54:49.734" v="158" actId="1076"/>
          <ac:spMkLst>
            <pc:docMk/>
            <pc:sldMk cId="3540549369" sldId="389"/>
            <ac:spMk id="7171" creationId="{7CF55ACE-C462-4A89-B58D-A593CC4EC317}"/>
          </ac:spMkLst>
        </pc:spChg>
        <pc:picChg chg="add mod">
          <ac:chgData name="RAGHU RAMA RAJU DANDU" userId="S::519696@tcs.com::cb9fec1d-b515-4ddf-9131-8b0d12542529" providerId="AD" clId="Web-{C062F1C2-03CB-6E6C-47B6-729A751F0E1F}" dt="2020-02-24T11:55:05.890" v="165" actId="14100"/>
          <ac:picMkLst>
            <pc:docMk/>
            <pc:sldMk cId="3540549369" sldId="389"/>
            <ac:picMk id="3" creationId="{78D37195-C73C-4FCA-85B9-EC3298789859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3:55.812" v="146"/>
          <ac:picMkLst>
            <pc:docMk/>
            <pc:sldMk cId="3540549369" sldId="389"/>
            <ac:picMk id="5" creationId="{0503E50B-B98B-462C-8F9C-B92A1AFC4AB7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4:07.015" v="149"/>
          <ac:picMkLst>
            <pc:docMk/>
            <pc:sldMk cId="3540549369" sldId="389"/>
            <ac:picMk id="7" creationId="{54B6D839-F006-457A-841F-3A6E3B52EE47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4:09.406" v="151"/>
          <ac:picMkLst>
            <pc:docMk/>
            <pc:sldMk cId="3540549369" sldId="389"/>
            <ac:picMk id="9" creationId="{AFEDDBF2-7914-4DF0-9569-41DCDE763214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4:14.515" v="153"/>
          <ac:picMkLst>
            <pc:docMk/>
            <pc:sldMk cId="3540549369" sldId="389"/>
            <ac:picMk id="11" creationId="{CF0591DF-1306-492D-9284-717F2AB783EA}"/>
          </ac:picMkLst>
        </pc:picChg>
        <pc:picChg chg="add mod">
          <ac:chgData name="RAGHU RAMA RAJU DANDU" userId="S::519696@tcs.com::cb9fec1d-b515-4ddf-9131-8b0d12542529" providerId="AD" clId="Web-{C062F1C2-03CB-6E6C-47B6-729A751F0E1F}" dt="2020-02-24T11:55:12.187" v="168" actId="1076"/>
          <ac:picMkLst>
            <pc:docMk/>
            <pc:sldMk cId="3540549369" sldId="389"/>
            <ac:picMk id="13" creationId="{54385A26-2A13-4A2D-8F8C-143ADE428F6B}"/>
          </ac:picMkLst>
        </pc:picChg>
      </pc:sldChg>
      <pc:sldChg chg="del">
        <pc:chgData name="RAGHU RAMA RAJU DANDU" userId="S::519696@tcs.com::cb9fec1d-b515-4ddf-9131-8b0d12542529" providerId="AD" clId="Web-{C062F1C2-03CB-6E6C-47B6-729A751F0E1F}" dt="2020-02-24T11:47:47.626" v="76"/>
        <pc:sldMkLst>
          <pc:docMk/>
          <pc:sldMk cId="21082912" sldId="390"/>
        </pc:sldMkLst>
      </pc:sldChg>
      <pc:sldChg chg="del">
        <pc:chgData name="RAGHU RAMA RAJU DANDU" userId="S::519696@tcs.com::cb9fec1d-b515-4ddf-9131-8b0d12542529" providerId="AD" clId="Web-{C062F1C2-03CB-6E6C-47B6-729A751F0E1F}" dt="2020-02-24T11:47:48.970" v="77"/>
        <pc:sldMkLst>
          <pc:docMk/>
          <pc:sldMk cId="3461701790" sldId="391"/>
        </pc:sldMkLst>
      </pc:sldChg>
      <pc:sldChg chg="del">
        <pc:chgData name="RAGHU RAMA RAJU DANDU" userId="S::519696@tcs.com::cb9fec1d-b515-4ddf-9131-8b0d12542529" providerId="AD" clId="Web-{C062F1C2-03CB-6E6C-47B6-729A751F0E1F}" dt="2020-02-24T11:47:49.095" v="78"/>
        <pc:sldMkLst>
          <pc:docMk/>
          <pc:sldMk cId="3721306451" sldId="392"/>
        </pc:sldMkLst>
      </pc:sldChg>
      <pc:sldChg chg="del">
        <pc:chgData name="RAGHU RAMA RAJU DANDU" userId="S::519696@tcs.com::cb9fec1d-b515-4ddf-9131-8b0d12542529" providerId="AD" clId="Web-{C062F1C2-03CB-6E6C-47B6-729A751F0E1F}" dt="2020-02-24T11:47:49.751" v="79"/>
        <pc:sldMkLst>
          <pc:docMk/>
          <pc:sldMk cId="3771299181" sldId="393"/>
        </pc:sldMkLst>
      </pc:sldChg>
      <pc:sldChg chg="del">
        <pc:chgData name="RAGHU RAMA RAJU DANDU" userId="S::519696@tcs.com::cb9fec1d-b515-4ddf-9131-8b0d12542529" providerId="AD" clId="Web-{C062F1C2-03CB-6E6C-47B6-729A751F0E1F}" dt="2020-02-24T11:47:50.267" v="80"/>
        <pc:sldMkLst>
          <pc:docMk/>
          <pc:sldMk cId="3410819380" sldId="394"/>
        </pc:sldMkLst>
      </pc:sldChg>
      <pc:sldChg chg="del">
        <pc:chgData name="RAGHU RAMA RAJU DANDU" userId="S::519696@tcs.com::cb9fec1d-b515-4ddf-9131-8b0d12542529" providerId="AD" clId="Web-{C062F1C2-03CB-6E6C-47B6-729A751F0E1F}" dt="2020-02-24T11:47:50.688" v="81"/>
        <pc:sldMkLst>
          <pc:docMk/>
          <pc:sldMk cId="2599123748" sldId="395"/>
        </pc:sldMkLst>
      </pc:sldChg>
      <pc:sldChg chg="del">
        <pc:chgData name="RAGHU RAMA RAJU DANDU" userId="S::519696@tcs.com::cb9fec1d-b515-4ddf-9131-8b0d12542529" providerId="AD" clId="Web-{C062F1C2-03CB-6E6C-47B6-729A751F0E1F}" dt="2020-02-24T11:47:51.813" v="82"/>
        <pc:sldMkLst>
          <pc:docMk/>
          <pc:sldMk cId="3495163771" sldId="396"/>
        </pc:sldMkLst>
      </pc:sldChg>
      <pc:sldChg chg="del">
        <pc:chgData name="RAGHU RAMA RAJU DANDU" userId="S::519696@tcs.com::cb9fec1d-b515-4ddf-9131-8b0d12542529" providerId="AD" clId="Web-{C062F1C2-03CB-6E6C-47B6-729A751F0E1F}" dt="2020-02-24T11:47:51.923" v="83"/>
        <pc:sldMkLst>
          <pc:docMk/>
          <pc:sldMk cId="3758978796" sldId="397"/>
        </pc:sldMkLst>
      </pc:sldChg>
      <pc:sldChg chg="del">
        <pc:chgData name="RAGHU RAMA RAJU DANDU" userId="S::519696@tcs.com::cb9fec1d-b515-4ddf-9131-8b0d12542529" providerId="AD" clId="Web-{C062F1C2-03CB-6E6C-47B6-729A751F0E1F}" dt="2020-02-24T11:47:52.110" v="84"/>
        <pc:sldMkLst>
          <pc:docMk/>
          <pc:sldMk cId="3562149286" sldId="398"/>
        </pc:sldMkLst>
      </pc:sldChg>
      <pc:sldChg chg="del">
        <pc:chgData name="RAGHU RAMA RAJU DANDU" userId="S::519696@tcs.com::cb9fec1d-b515-4ddf-9131-8b0d12542529" providerId="AD" clId="Web-{C062F1C2-03CB-6E6C-47B6-729A751F0E1F}" dt="2020-02-24T11:47:52.642" v="85"/>
        <pc:sldMkLst>
          <pc:docMk/>
          <pc:sldMk cId="3413709278" sldId="399"/>
        </pc:sldMkLst>
      </pc:sldChg>
      <pc:sldChg chg="del">
        <pc:chgData name="RAGHU RAMA RAJU DANDU" userId="S::519696@tcs.com::cb9fec1d-b515-4ddf-9131-8b0d12542529" providerId="AD" clId="Web-{C062F1C2-03CB-6E6C-47B6-729A751F0E1F}" dt="2020-02-24T11:47:53.423" v="87"/>
        <pc:sldMkLst>
          <pc:docMk/>
          <pc:sldMk cId="787715777" sldId="400"/>
        </pc:sldMkLst>
      </pc:sldChg>
      <pc:sldChg chg="del">
        <pc:chgData name="RAGHU RAMA RAJU DANDU" userId="S::519696@tcs.com::cb9fec1d-b515-4ddf-9131-8b0d12542529" providerId="AD" clId="Web-{C062F1C2-03CB-6E6C-47B6-729A751F0E1F}" dt="2020-02-24T11:47:54.470" v="88"/>
        <pc:sldMkLst>
          <pc:docMk/>
          <pc:sldMk cId="3237011023" sldId="401"/>
        </pc:sldMkLst>
      </pc:sldChg>
      <pc:sldChg chg="del">
        <pc:chgData name="RAGHU RAMA RAJU DANDU" userId="S::519696@tcs.com::cb9fec1d-b515-4ddf-9131-8b0d12542529" providerId="AD" clId="Web-{C062F1C2-03CB-6E6C-47B6-729A751F0E1F}" dt="2020-02-24T11:47:54.485" v="89"/>
        <pc:sldMkLst>
          <pc:docMk/>
          <pc:sldMk cId="2782642082" sldId="402"/>
        </pc:sldMkLst>
      </pc:sldChg>
      <pc:sldChg chg="del">
        <pc:chgData name="RAGHU RAMA RAJU DANDU" userId="S::519696@tcs.com::cb9fec1d-b515-4ddf-9131-8b0d12542529" providerId="AD" clId="Web-{C062F1C2-03CB-6E6C-47B6-729A751F0E1F}" dt="2020-02-24T11:47:55.954" v="91"/>
        <pc:sldMkLst>
          <pc:docMk/>
          <pc:sldMk cId="2540486003" sldId="403"/>
        </pc:sldMkLst>
      </pc:sldChg>
      <pc:sldChg chg="del">
        <pc:chgData name="RAGHU RAMA RAJU DANDU" userId="S::519696@tcs.com::cb9fec1d-b515-4ddf-9131-8b0d12542529" providerId="AD" clId="Web-{C062F1C2-03CB-6E6C-47B6-729A751F0E1F}" dt="2020-02-24T11:47:56.454" v="92"/>
        <pc:sldMkLst>
          <pc:docMk/>
          <pc:sldMk cId="2890096972" sldId="404"/>
        </pc:sldMkLst>
      </pc:sldChg>
      <pc:sldChg chg="del">
        <pc:chgData name="RAGHU RAMA RAJU DANDU" userId="S::519696@tcs.com::cb9fec1d-b515-4ddf-9131-8b0d12542529" providerId="AD" clId="Web-{C062F1C2-03CB-6E6C-47B6-729A751F0E1F}" dt="2020-02-24T11:47:58.032" v="93"/>
        <pc:sldMkLst>
          <pc:docMk/>
          <pc:sldMk cId="434341933" sldId="405"/>
        </pc:sldMkLst>
      </pc:sldChg>
      <pc:sldChg chg="del">
        <pc:chgData name="RAGHU RAMA RAJU DANDU" userId="S::519696@tcs.com::cb9fec1d-b515-4ddf-9131-8b0d12542529" providerId="AD" clId="Web-{C062F1C2-03CB-6E6C-47B6-729A751F0E1F}" dt="2020-02-24T11:47:58.032" v="94"/>
        <pc:sldMkLst>
          <pc:docMk/>
          <pc:sldMk cId="3708014920" sldId="406"/>
        </pc:sldMkLst>
      </pc:sldChg>
      <pc:sldChg chg="del">
        <pc:chgData name="RAGHU RAMA RAJU DANDU" userId="S::519696@tcs.com::cb9fec1d-b515-4ddf-9131-8b0d12542529" providerId="AD" clId="Web-{C062F1C2-03CB-6E6C-47B6-729A751F0E1F}" dt="2020-02-24T11:47:58.048" v="95"/>
        <pc:sldMkLst>
          <pc:docMk/>
          <pc:sldMk cId="3862110293" sldId="407"/>
        </pc:sldMkLst>
      </pc:sldChg>
      <pc:sldChg chg="del">
        <pc:chgData name="RAGHU RAMA RAJU DANDU" userId="S::519696@tcs.com::cb9fec1d-b515-4ddf-9131-8b0d12542529" providerId="AD" clId="Web-{C062F1C2-03CB-6E6C-47B6-729A751F0E1F}" dt="2020-02-24T11:47:58.845" v="96"/>
        <pc:sldMkLst>
          <pc:docMk/>
          <pc:sldMk cId="3536927718" sldId="408"/>
        </pc:sldMkLst>
      </pc:sldChg>
      <pc:sldChg chg="del">
        <pc:chgData name="RAGHU RAMA RAJU DANDU" userId="S::519696@tcs.com::cb9fec1d-b515-4ddf-9131-8b0d12542529" providerId="AD" clId="Web-{C062F1C2-03CB-6E6C-47B6-729A751F0E1F}" dt="2020-02-24T11:47:59.782" v="97"/>
        <pc:sldMkLst>
          <pc:docMk/>
          <pc:sldMk cId="748039594" sldId="409"/>
        </pc:sldMkLst>
      </pc:sldChg>
      <pc:sldChg chg="del">
        <pc:chgData name="RAGHU RAMA RAJU DANDU" userId="S::519696@tcs.com::cb9fec1d-b515-4ddf-9131-8b0d12542529" providerId="AD" clId="Web-{C062F1C2-03CB-6E6C-47B6-729A751F0E1F}" dt="2020-02-24T11:48:00.485" v="98"/>
        <pc:sldMkLst>
          <pc:docMk/>
          <pc:sldMk cId="59596248" sldId="410"/>
        </pc:sldMkLst>
      </pc:sldChg>
      <pc:sldChg chg="del">
        <pc:chgData name="RAGHU RAMA RAJU DANDU" userId="S::519696@tcs.com::cb9fec1d-b515-4ddf-9131-8b0d12542529" providerId="AD" clId="Web-{C062F1C2-03CB-6E6C-47B6-729A751F0E1F}" dt="2020-02-24T11:47:53.017" v="86"/>
        <pc:sldMkLst>
          <pc:docMk/>
          <pc:sldMk cId="538604624" sldId="411"/>
        </pc:sldMkLst>
      </pc:sldChg>
      <pc:sldChg chg="del">
        <pc:chgData name="RAGHU RAMA RAJU DANDU" userId="S::519696@tcs.com::cb9fec1d-b515-4ddf-9131-8b0d12542529" providerId="AD" clId="Web-{C062F1C2-03CB-6E6C-47B6-729A751F0E1F}" dt="2020-02-24T11:47:55.501" v="90"/>
        <pc:sldMkLst>
          <pc:docMk/>
          <pc:sldMk cId="2794133987" sldId="412"/>
        </pc:sldMkLst>
      </pc:sldChg>
      <pc:sldChg chg="del">
        <pc:chgData name="RAGHU RAMA RAJU DANDU" userId="S::519696@tcs.com::cb9fec1d-b515-4ddf-9131-8b0d12542529" providerId="AD" clId="Web-{C062F1C2-03CB-6E6C-47B6-729A751F0E1F}" dt="2020-02-24T11:48:01.313" v="99"/>
        <pc:sldMkLst>
          <pc:docMk/>
          <pc:sldMk cId="1075950143" sldId="4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>
            <a:extLst>
              <a:ext uri="{FF2B5EF4-FFF2-40B4-BE49-F238E27FC236}">
                <a16:creationId xmlns:a16="http://schemas.microsoft.com/office/drawing/2014/main" id="{78B9EE69-C63D-4A99-8AC6-1ABEC8D3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4" name="AutoShape 2">
            <a:extLst>
              <a:ext uri="{FF2B5EF4-FFF2-40B4-BE49-F238E27FC236}">
                <a16:creationId xmlns:a16="http://schemas.microsoft.com/office/drawing/2014/main" id="{10EEBBC5-D260-4E04-981A-78C8658D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5" name="AutoShape 3">
            <a:extLst>
              <a:ext uri="{FF2B5EF4-FFF2-40B4-BE49-F238E27FC236}">
                <a16:creationId xmlns:a16="http://schemas.microsoft.com/office/drawing/2014/main" id="{BBB1B64E-3F6A-4F3A-B668-9364D28E0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8EDEAB44-9A4E-47B7-9BBD-0AABA33F8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7" name="AutoShape 5">
            <a:extLst>
              <a:ext uri="{FF2B5EF4-FFF2-40B4-BE49-F238E27FC236}">
                <a16:creationId xmlns:a16="http://schemas.microsoft.com/office/drawing/2014/main" id="{5199A469-BFF5-4989-BE99-5EEAB8B3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5F185BCC-8890-4AEA-ABB4-7CB10034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9" name="AutoShape 7">
            <a:extLst>
              <a:ext uri="{FF2B5EF4-FFF2-40B4-BE49-F238E27FC236}">
                <a16:creationId xmlns:a16="http://schemas.microsoft.com/office/drawing/2014/main" id="{C5E1FCB1-2E2D-4F95-B3AD-22DC1A36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0" name="AutoShape 8">
            <a:extLst>
              <a:ext uri="{FF2B5EF4-FFF2-40B4-BE49-F238E27FC236}">
                <a16:creationId xmlns:a16="http://schemas.microsoft.com/office/drawing/2014/main" id="{9ECE8EEC-C854-4691-A50B-77F8A37A8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1" name="AutoShape 9">
            <a:extLst>
              <a:ext uri="{FF2B5EF4-FFF2-40B4-BE49-F238E27FC236}">
                <a16:creationId xmlns:a16="http://schemas.microsoft.com/office/drawing/2014/main" id="{9577E4C5-0C47-4127-ADE5-8DBCE306F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8AF3AB77-5BC7-4917-BC64-178D407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02907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B7295467-63D4-48F2-825B-F1DDBA4E0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0"/>
            <a:ext cx="4030663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CCAE399C-DBBF-46C3-8975-0FD15FA07F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51525" cy="4384675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C0B936AA-0B80-41A4-9E69-5C758D11B76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28688" y="5575300"/>
            <a:ext cx="7424737" cy="526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ECBEAEA6-5D77-437D-96C2-ECEEC07A7ED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1145838"/>
            <a:ext cx="4014788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r>
              <a:rPr lang="en-US" altLang="en-US" dirty="0"/>
              <a:t>Page No. 1</a:t>
            </a:r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936A029B-AFC4-48E3-A39E-942F560C1F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5264150" y="11145838"/>
            <a:ext cx="4016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algn="r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fld id="{27CC5688-C8F4-45A0-99ED-5F86847F62B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6BACFF5C-AF60-46BC-B87D-46C13208ACD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F94E96D3-747C-446C-BA59-C2E12E86DE0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3439428-DABB-4718-9DE0-E83E547AB89E}" type="slidenum">
              <a:rPr lang="en-US" altLang="en-US"/>
              <a:pPr/>
              <a:t>1</a:t>
            </a:fld>
            <a:endParaRPr lang="en-US" altLang="en-US" dirty="0"/>
          </a:p>
        </p:txBody>
      </p:sp>
      <p:sp>
        <p:nvSpPr>
          <p:cNvPr id="14337" name="Rectangle 1">
            <a:extLst>
              <a:ext uri="{FF2B5EF4-FFF2-40B4-BE49-F238E27FC236}">
                <a16:creationId xmlns:a16="http://schemas.microsoft.com/office/drawing/2014/main" id="{E41B3E79-A3CA-4816-8DC0-456A17F4D6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26C09C7-C292-4A0A-9A99-D46868A6F62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1EAF3BC7-4B95-43C6-835D-1E5CB911EF5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DB0B8A6A-3C0F-4FD3-8CDE-3E2E14C5782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07A12C6-DBAF-4967-A281-CD1B567AA273}" type="slidenum">
              <a:rPr lang="en-US" altLang="en-US"/>
              <a:pPr/>
              <a:t>2</a:t>
            </a:fld>
            <a:endParaRPr lang="en-US" altLang="en-US" dirty="0"/>
          </a:p>
        </p:txBody>
      </p:sp>
      <p:sp>
        <p:nvSpPr>
          <p:cNvPr id="15361" name="Rectangle 1">
            <a:extLst>
              <a:ext uri="{FF2B5EF4-FFF2-40B4-BE49-F238E27FC236}">
                <a16:creationId xmlns:a16="http://schemas.microsoft.com/office/drawing/2014/main" id="{3AB053A5-6365-4B37-9D7F-12152B4A229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012D6E6-3975-4276-9E39-A742AD2788A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3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4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5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6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7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8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9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11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12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13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14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15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16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17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18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19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4D9D477B-F60D-44AB-A434-7462EE6928B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5E215B1E-BF43-467E-BD89-D0C6ADF3A27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EE03A4-5754-44D7-9B82-34707D640DED}" type="slidenum">
              <a:rPr lang="en-US" altLang="en-US"/>
              <a:pPr/>
              <a:t>20</a:t>
            </a:fld>
            <a:endParaRPr lang="en-US" altLang="en-US" dirty="0"/>
          </a:p>
        </p:txBody>
      </p:sp>
      <p:sp>
        <p:nvSpPr>
          <p:cNvPr id="23553" name="Rectangle 1">
            <a:extLst>
              <a:ext uri="{FF2B5EF4-FFF2-40B4-BE49-F238E27FC236}">
                <a16:creationId xmlns:a16="http://schemas.microsoft.com/office/drawing/2014/main" id="{63899783-499B-4410-8002-1E5BF999078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1BA621F-C6C3-4AE8-8B36-E52F46C561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031A4-66EE-4130-AA31-67C351845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41F61-E4C2-4444-A3DF-CB4C808EB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BDB73-8668-4451-8FAD-0F8A795F68B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7101314-8759-46A8-8EDC-0D77084DD38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4019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6BA5-84C1-4DA4-B5D7-0CCFB897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2E06-6C08-4E9B-BE6E-C48AB812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12699-0F17-415A-888B-DB7E00B8184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D8BD146-6545-41AB-A8B0-84069CB4C151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504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C11D-AE34-4F02-B0C4-C42EE32B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7DDAA-3D99-4E95-B43E-358FE5A2C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8F81-3263-4A17-9F76-58F6416F9C7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5E27D1A-042D-455F-B443-F2E1EC538C3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5363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4990-EACB-44BA-85D5-87606B0C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2965-D859-4BAA-827B-BFE7DA65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66151-55B5-4F95-835A-918A35F0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3E0C2-BF3C-4A87-8DAA-CF783BA2872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5056C0C-7E61-424B-A283-01FA36A7DB1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006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2185-5EE0-447A-848C-3EB8F2B4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A0D10-654B-480C-9826-5B1F1D735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6AA3B-432E-401F-8DC3-4BA1F0CB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63BF7-DBD2-4320-A6A9-59D1A1D51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3DF6B-3627-4859-9338-767191FA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9A81-B3BB-4DF3-95AB-A4E8311C9E0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CF7D1C5-572D-4BEE-9FBA-B7F910A73B7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429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48B2-2591-4500-9A20-CE1FB31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941A3-FB39-4C32-85CF-48C76FE8AE6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B2B02AE-8466-40D6-BCBC-C16307318496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330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08854-0BB9-47C5-ADF4-61E782F346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F5E8E91-73AC-40DB-940C-1878A0BDD9B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311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DED5-D9B8-467A-A0EB-11C013A9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4DF3-E57F-4EB5-ABE5-82336784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481FB-469D-47D1-98B4-9A9D294CB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01AB-9014-44C1-911C-57D40C8E7D9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DE5C9A5-06A2-4738-ABC1-80D0B92DEBF7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980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9DEE-48F2-449C-B601-51061862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34716-A995-4B64-8F62-E69757429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BB255-AFEF-4088-A5DB-02604514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DBB8B-28D4-4EE4-A610-A7BCE76D802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03BF921-D95F-40E9-BCBE-DB9BA0F679EE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722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A4CF-2B0F-467D-A054-DC4F77A5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99563-42D7-427F-8229-7D02D9C84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69411-91A0-4AAB-A83E-D9F1EA8DC3D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20F1898-C603-413F-98FD-D8261ED58DEC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617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012FB-5714-42AE-8F87-47E14217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F19F5-C2D9-4483-B85F-93C51DB04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44CAC-8FB7-48F0-9413-E61D0C1224C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23344D5-7AF2-44AC-9A33-67BD6B40F49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975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6853-F0B6-44A6-B71C-BC8731200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B1F0B-7B23-4D60-97A0-FA92B8987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44061-6467-4ECD-9600-98BC2CDC47B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89185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14A2-DCA5-4DA2-85A3-812A85E6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88A9-1242-41A0-BE04-242371F8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F1809-B773-4C31-8F20-6EAAED89772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2667038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56E9-2963-463E-B8EB-C9B5E2B0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A7A2F-55FB-45F3-9AE5-CA14D7F98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F0822-F766-41F9-9706-5114C1B6704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34254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42CE-11BB-406C-A459-C1ECF7A6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B014-0916-43A4-80A5-DF663A9B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93324-F3F7-4724-8EF8-0F7BCF5D1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E78C9-C6B3-458B-B653-1BC53D25338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427277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8E76-1282-4469-B511-EC9D32325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1670-2FBF-4F3E-ABCB-FE270B8BE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6BE01-8359-4AFB-A67A-A9444121B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E5659-63CF-4583-AD4C-E8318148A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235F4-FAA6-4C82-BBEF-9F18E83FF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1CDE5-60D8-4C87-BFDC-86ABDC0298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3018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C71B-8C78-4175-897A-6343D704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6EAF8-1AB9-4AB9-8818-F07C3E2C5D9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526561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D3562-4586-4E7E-86BB-04A65A3C260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6489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6058-0E7D-4CD1-94A5-EFD6CDBA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6F5F2-D825-4991-805B-AAB2424A9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98F02-3E53-49BF-A8FD-2ABEC76E3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880E3-E242-431E-9CBC-F076363414C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07080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A253-3988-4572-9BEB-5482006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EF38D-4B99-4EE3-B133-2E57CAEA8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96CD1-EA31-4F96-BD93-B0124A03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E7BF1-0B83-4AFF-BC04-3FA04357C87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93898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CE15-1133-4E47-BEBA-6DC7C659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8BD49-8809-4E6F-897D-3AF2C67C6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E604D-1F3D-437F-8739-16430513FF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108399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C647D-40ED-48B6-AE42-3F656EB7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203A3-77ED-437F-AE14-D2AB703E1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7B608-DB1B-4622-97DC-09EB557EA0E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75230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6FE06C0E-84AA-46E1-BA9C-CFACCB712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4" b="4417"/>
          <a:stretch>
            <a:fillRect/>
          </a:stretch>
        </p:blipFill>
        <p:spPr bwMode="auto">
          <a:xfrm>
            <a:off x="0" y="5395913"/>
            <a:ext cx="91440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2814" b="441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3B86D761-2C53-4225-92FF-5A153219A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348F5D-F655-4FA5-9F0E-12C65DE76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C4414C-33E8-41D5-8466-9279BD800BA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8477250" y="6461125"/>
            <a:ext cx="3667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F865EABB-C920-4FAA-A8EE-D52AFA00E593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254CC723-EEAA-4CD0-BB7F-48B857BC9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6477000"/>
            <a:ext cx="28448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A018FB10-4394-4AB2-9CF2-C8523DF1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6459538"/>
            <a:ext cx="1412875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 dirty="0">
                <a:solidFill>
                  <a:srgbClr val="4E84C4"/>
                </a:solidFill>
                <a:latin typeface="Myriad Pro" pitchFamily="32" charset="0"/>
              </a:rPr>
              <a:t>December 24, 2019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B356A5DD-1E33-4F56-B4C2-91CE02B8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" b="1630"/>
          <a:stretch>
            <a:fillRect/>
          </a:stretch>
        </p:blipFill>
        <p:spPr bwMode="auto">
          <a:xfrm>
            <a:off x="0" y="1682750"/>
            <a:ext cx="9144000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1215" b="16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132EA9-9163-4866-A1D0-8D215C41E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" t="4198" r="693" b="2957"/>
          <a:stretch>
            <a:fillRect/>
          </a:stretch>
        </p:blipFill>
        <p:spPr bwMode="auto">
          <a:xfrm>
            <a:off x="87313" y="330200"/>
            <a:ext cx="8982075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074" t="4198" r="693" b="295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8362795F-C5BC-4436-83F1-CA699FA3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5602" r="1587" b="3758"/>
          <a:stretch>
            <a:fillRect/>
          </a:stretch>
        </p:blipFill>
        <p:spPr bwMode="auto">
          <a:xfrm>
            <a:off x="6759575" y="6091238"/>
            <a:ext cx="20462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49" t="5602" r="1587" b="37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2" name="Rectangle 4">
            <a:extLst>
              <a:ext uri="{FF2B5EF4-FFF2-40B4-BE49-F238E27FC236}">
                <a16:creationId xmlns:a16="http://schemas.microsoft.com/office/drawing/2014/main" id="{8D8B1704-7BC8-4EB3-BCF2-FC5F76404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23AB933-0E2F-4E2C-BEE4-6282EBA09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D84F5C8-8457-4F08-B429-DA855553624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279400" y="6342063"/>
            <a:ext cx="21193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ts val="563"/>
              </a:spcBef>
              <a:buClrTx/>
              <a:buFontTx/>
              <a:buNone/>
              <a:tabLst>
                <a:tab pos="723900" algn="l"/>
                <a:tab pos="1447800" algn="l"/>
              </a:tabLst>
              <a:defRPr sz="900">
                <a:solidFill>
                  <a:srgbClr val="FFFFFF"/>
                </a:solidFill>
                <a:latin typeface="+mj-lt"/>
                <a:cs typeface="Lucida Sans Unicode" panose="020B0602030504020204" pitchFamily="34" charset="0"/>
              </a:defRPr>
            </a:lvl1pPr>
          </a:lstStyle>
          <a:p>
            <a:r>
              <a:rPr lang="en-US" altLang="en-US" dirty="0"/>
              <a:t>December 24, 2019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5EA96CD8-F8D1-4C6B-A282-CB622C00E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538" y="6342063"/>
            <a:ext cx="22860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79A810F6-9F42-421A-89AA-E85DD35E5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 dirty="0">
                <a:solidFill>
                  <a:srgbClr val="FFFFFF"/>
                </a:solidFill>
                <a:latin typeface="Myriad Pro" pitchFamily="32" charset="0"/>
              </a:rPr>
              <a:t>December 24, 2019</a:t>
            </a:r>
          </a:p>
        </p:txBody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0A097FEE-5899-46F1-9189-5BA1853F3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914775"/>
            <a:ext cx="8407400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</a:pPr>
            <a:r>
              <a:rPr lang="en-US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Machine Learning  – Classifiers Evaluation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DA1C7BFA-39EC-4F16-B373-F8E1A2AD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64409B9A-CD0D-49D8-B2A9-C91805569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E147F500-4EFA-4C4A-B482-01BD91C77220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2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23D7D474-9F95-46FE-8BF3-7B1B33338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609600"/>
            <a:ext cx="844232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4E84C4"/>
                </a:solidFill>
                <a:latin typeface="Myriad Pro" pitchFamily="32" charset="0"/>
              </a:rPr>
              <a:t>Agenda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71AD3621-9BE1-4C82-8CF6-48250CA26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98" y="1528344"/>
            <a:ext cx="800417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107950" indent="-107950"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Under-fitting and over-fitting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Training, Validation, Test Sets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Data sampling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Cross Validation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Confusion Matrix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ROC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P-R Curve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ROC and P-R Curves</a:t>
            </a:r>
          </a:p>
          <a:p>
            <a:pPr marL="120650" eaLnBrk="1" hangingPunct="1">
              <a:spcBef>
                <a:spcPts val="500"/>
              </a:spcBef>
              <a:buClrTx/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AE882D4F-0A85-4258-9D6D-E8791E00E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6430963"/>
            <a:ext cx="10398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3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3" y="509334"/>
            <a:ext cx="7988419" cy="446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Training and Generalization Error</a:t>
            </a:r>
            <a:endParaRPr lang="en-US" dirty="0"/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b="1" dirty="0">
                <a:latin typeface="Arial"/>
                <a:ea typeface="Microsoft YaHei"/>
                <a:cs typeface="Arial"/>
              </a:rPr>
              <a:t>Training Error </a:t>
            </a:r>
            <a:r>
              <a:rPr lang="en-US" sz="2200" dirty="0">
                <a:latin typeface="Arial"/>
                <a:ea typeface="Microsoft YaHei"/>
                <a:cs typeface="Arial"/>
              </a:rPr>
              <a:t>is Error between Actual and predicted  values of training data</a:t>
            </a:r>
            <a:endParaRPr lang="en-US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b="1" dirty="0">
                <a:latin typeface="Arial"/>
                <a:ea typeface="Microsoft YaHei"/>
                <a:cs typeface="Arial"/>
              </a:rPr>
              <a:t>Generalization Error</a:t>
            </a:r>
            <a:r>
              <a:rPr lang="en-US" sz="2200" dirty="0">
                <a:latin typeface="Arial"/>
                <a:ea typeface="Microsoft YaHei"/>
                <a:cs typeface="Arial"/>
              </a:rPr>
              <a:t> is an error which tells how well model do on future data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Underfitting and overfitting</a:t>
            </a:r>
          </a:p>
        </p:txBody>
      </p:sp>
      <p:pic>
        <p:nvPicPr>
          <p:cNvPr id="3" name="Picture 3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78D37195-C73C-4FCA-85B9-EC329878985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70627" y="2558573"/>
            <a:ext cx="3145767" cy="1093659"/>
          </a:xfrm>
          <a:prstGeom prst="rect">
            <a:avLst/>
          </a:prstGeom>
        </p:spPr>
      </p:pic>
      <p:pic>
        <p:nvPicPr>
          <p:cNvPr id="13" name="Picture 1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4385A26-2A13-4A2D-8F8C-143ADE428F6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84099" y="4340657"/>
            <a:ext cx="3476445" cy="128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4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3" y="509334"/>
            <a:ext cx="7988419" cy="446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Under-fitting:</a:t>
            </a: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A machine learning model is said to be </a:t>
            </a:r>
            <a:r>
              <a:rPr lang="en-US" sz="2200" b="1" dirty="0">
                <a:latin typeface="Arial"/>
                <a:ea typeface="Microsoft YaHei"/>
                <a:cs typeface="Arial"/>
              </a:rPr>
              <a:t>under-fitting</a:t>
            </a:r>
            <a:r>
              <a:rPr lang="en-US" sz="2200" dirty="0">
                <a:latin typeface="Arial"/>
                <a:ea typeface="Microsoft YaHei"/>
                <a:cs typeface="Arial"/>
              </a:rPr>
              <a:t> when it cannot capture the underlying trend of the data. 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Model is too simple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Perform badly with both train and test data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Over-fitting: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A machine learning model is said to be </a:t>
            </a:r>
            <a:r>
              <a:rPr lang="en-US" sz="2200" b="1" dirty="0">
                <a:latin typeface="Arial"/>
                <a:ea typeface="Microsoft YaHei"/>
                <a:cs typeface="Arial"/>
              </a:rPr>
              <a:t>over-fitting</a:t>
            </a:r>
            <a:r>
              <a:rPr lang="en-US" sz="2200" dirty="0">
                <a:latin typeface="Arial"/>
                <a:ea typeface="Microsoft YaHei"/>
                <a:cs typeface="Arial"/>
              </a:rPr>
              <a:t>, when the model also consider the noise and inaccurate data entries of train data set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Model is biased towards train data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Perform badly with test data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Underfitting and overfitting</a:t>
            </a: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5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3" y="509334"/>
            <a:ext cx="7988419" cy="446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83820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Underfitting and overfitting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2033" y="1203704"/>
            <a:ext cx="7534275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6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3" y="509335"/>
            <a:ext cx="7988419" cy="155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endParaRPr lang="en-US" sz="2400" dirty="0"/>
          </a:p>
          <a:p>
            <a:r>
              <a:rPr lang="en-US" sz="2400" b="1" dirty="0"/>
              <a:t>Training, Validation, Test Sets:</a:t>
            </a:r>
            <a:r>
              <a:rPr lang="en-US" sz="2400" dirty="0"/>
              <a:t> 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What is the approach build a proper model?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endParaRPr lang="en-US" sz="22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Training, Validation, Test Sets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4887" y="2042687"/>
            <a:ext cx="6858000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7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85" y="1778577"/>
            <a:ext cx="7988419" cy="155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endParaRPr lang="en-US" sz="2400" dirty="0"/>
          </a:p>
          <a:p>
            <a:r>
              <a:rPr lang="en-US" sz="2400" b="1" dirty="0"/>
              <a:t>Data sampling: </a:t>
            </a:r>
          </a:p>
          <a:p>
            <a:endParaRPr lang="en-US" sz="2400" dirty="0"/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Dataset needs to be split into Train,Validation and Test sets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Records in each set should be random order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Common types of sampling</a:t>
            </a:r>
          </a:p>
          <a:p>
            <a:pPr marL="879157" lvl="1" indent="-342900" algn="just">
              <a:buClrTx/>
              <a:buFont typeface="Wingdings" pitchFamily="2" charset="2"/>
              <a:buChar char="v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879157" lvl="1" indent="-342900" algn="just">
              <a:buClrTx/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Random sampling</a:t>
            </a:r>
          </a:p>
          <a:p>
            <a:pPr marL="879157" lvl="1" indent="-342900" algn="just">
              <a:buClrTx/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Random resampling</a:t>
            </a:r>
          </a:p>
          <a:p>
            <a:pPr marL="879157" lvl="1" indent="-342900" algn="just">
              <a:buClrTx/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Stratified Sampling</a:t>
            </a:r>
          </a:p>
          <a:p>
            <a:pPr marL="344170" indent="-342900" algn="just">
              <a:buClrTx/>
            </a:pPr>
            <a:endParaRPr lang="en-US" sz="24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endParaRPr lang="en-US" sz="22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Data sampling</a:t>
            </a: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8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24" y="1027951"/>
            <a:ext cx="7988419" cy="292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400" b="1" dirty="0">
              <a:latin typeface="Arial"/>
              <a:ea typeface="Microsoft YaHei"/>
              <a:cs typeface="Arial"/>
            </a:endParaRPr>
          </a:p>
          <a:p>
            <a:endParaRPr lang="en-US" sz="2400" dirty="0"/>
          </a:p>
          <a:p>
            <a:pPr marL="207963" lvl="1" indent="-206375"/>
            <a:r>
              <a:rPr lang="en-US" sz="2400" b="1" dirty="0"/>
              <a:t>Random sampling: </a:t>
            </a:r>
          </a:p>
          <a:p>
            <a:endParaRPr lang="en-US" sz="2400" dirty="0"/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We have only one dataset(labeled)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Dataset should be split into three portions</a:t>
            </a:r>
          </a:p>
          <a:p>
            <a:pPr marL="879157" lvl="1" indent="-342900" algn="just">
              <a:buClrTx/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Train: To train the model</a:t>
            </a:r>
          </a:p>
          <a:p>
            <a:pPr marL="879157" lvl="1" indent="-342900" algn="just">
              <a:buClrTx/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Test: To Test the model</a:t>
            </a:r>
          </a:p>
          <a:p>
            <a:pPr marL="879157" lvl="1" indent="-342900" algn="just">
              <a:buClrTx/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Validation: To choose best model i.e best possible ML algorithm with best hyper-parameters for the data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400" dirty="0">
                <a:latin typeface="Arial"/>
                <a:ea typeface="Microsoft YaHei"/>
                <a:cs typeface="Arial"/>
              </a:rPr>
              <a:t>Split data in to above sets, randomly select records for each set.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endParaRPr lang="en-US" sz="22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Data sampling</a:t>
            </a: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9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76" y="809586"/>
            <a:ext cx="7988419" cy="228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400" b="1" dirty="0"/>
              <a:t>Random Resampling: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200" dirty="0">
                <a:latin typeface="Arial"/>
                <a:ea typeface="Microsoft YaHei"/>
                <a:cs typeface="Arial"/>
              </a:rPr>
              <a:t>Random Resampling  same as random sampling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We can artificially increase training set size using random resampling </a:t>
            </a:r>
          </a:p>
          <a:p>
            <a:pPr>
              <a:buFont typeface="Wingdings" pitchFamily="2" charset="2"/>
              <a:buChar char="§"/>
            </a:pPr>
            <a:endParaRPr lang="en-US" sz="22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Data sampling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5998" y="2610135"/>
            <a:ext cx="6342157" cy="2995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10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010" y="1096190"/>
            <a:ext cx="7988419" cy="228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endParaRPr lang="en-US" sz="2400" b="1" dirty="0"/>
          </a:p>
          <a:p>
            <a:r>
              <a:rPr lang="en-US" sz="2400" b="1" dirty="0"/>
              <a:t>Stratified Sampling: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In some cases, when randomly selecting training, validation or test sets, we may want to ensure that class proportions are maintained in each selected set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Then first stratify instances by class, then randomly select instances from each class proportionally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This is called stratified sampling </a:t>
            </a:r>
            <a:r>
              <a:rPr lang="en-US" sz="2400" dirty="0"/>
              <a:t> </a:t>
            </a:r>
          </a:p>
          <a:p>
            <a:pPr>
              <a:buFont typeface="Wingdings" pitchFamily="2" charset="2"/>
              <a:buChar char="§"/>
            </a:pPr>
            <a:endParaRPr lang="en-US" sz="22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Data sampling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91886" y="3111548"/>
            <a:ext cx="2815136" cy="2338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11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01" y="2065181"/>
            <a:ext cx="7988419" cy="202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endParaRPr lang="en-US" sz="2400" b="1" dirty="0"/>
          </a:p>
          <a:p>
            <a:r>
              <a:rPr lang="en-US" sz="2400" b="1" dirty="0"/>
              <a:t>Cross Validation :</a:t>
            </a:r>
          </a:p>
          <a:p>
            <a:endParaRPr lang="en-US" sz="2400" b="1" dirty="0"/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Cross-validation is a resampling technique used to evaluate machine learning models on a limited data sample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We train our model using the subset of the data-set and then evaluate using the complementary subset of the data-set which is called </a:t>
            </a:r>
            <a:r>
              <a:rPr lang="en-US" sz="2200" b="1" dirty="0">
                <a:latin typeface="Arial"/>
                <a:ea typeface="Microsoft YaHei"/>
                <a:cs typeface="Arial"/>
              </a:rPr>
              <a:t>cross validation set / CV set</a:t>
            </a:r>
            <a:r>
              <a:rPr lang="en-US" sz="2200" dirty="0">
                <a:latin typeface="Arial"/>
                <a:ea typeface="Microsoft YaHei"/>
                <a:cs typeface="Arial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Commonly used CV techniques are</a:t>
            </a:r>
          </a:p>
          <a:p>
            <a:pPr lvl="2">
              <a:buFont typeface="Wingdings" pitchFamily="2" charset="2"/>
              <a:buChar char="v"/>
            </a:pPr>
            <a:r>
              <a:rPr lang="en-US" sz="2000" dirty="0">
                <a:latin typeface="Arial"/>
                <a:ea typeface="Microsoft YaHei"/>
                <a:cs typeface="Arial"/>
              </a:rPr>
              <a:t>K-fold cross-validation</a:t>
            </a:r>
          </a:p>
          <a:p>
            <a:pPr lvl="2">
              <a:buFont typeface="Wingdings" pitchFamily="2" charset="2"/>
              <a:buChar char="v"/>
            </a:pPr>
            <a:r>
              <a:rPr lang="en-US" sz="2000" dirty="0">
                <a:latin typeface="Arial"/>
                <a:ea typeface="Microsoft YaHei"/>
                <a:cs typeface="Arial"/>
              </a:rPr>
              <a:t>N-fold cross-validation(Leave-one-out )</a:t>
            </a:r>
          </a:p>
          <a:p>
            <a:r>
              <a:rPr lang="en-US" sz="2200" dirty="0">
                <a:latin typeface="Arial"/>
                <a:ea typeface="Microsoft YaHei"/>
                <a:cs typeface="Arial"/>
              </a:rPr>
              <a:t> </a:t>
            </a:r>
          </a:p>
          <a:p>
            <a:pPr>
              <a:buFont typeface="Wingdings" pitchFamily="2" charset="2"/>
              <a:buChar char="§"/>
            </a:pPr>
            <a:endParaRPr lang="en-US" sz="22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12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17" y="1014305"/>
            <a:ext cx="7988419" cy="1524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400" b="1" dirty="0"/>
              <a:t>Cross Validation : Example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Suppose we have 100 instances, and we want to estimate accuracy with cross validation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Cross Validation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413" y="2401510"/>
            <a:ext cx="4627373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071350" y="4965413"/>
            <a:ext cx="3295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Accuracy = 73/100 = 73% 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79585" y="2552131"/>
            <a:ext cx="3918755" cy="215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13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85" y="1464681"/>
            <a:ext cx="7988419" cy="3612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400" b="1" dirty="0"/>
              <a:t>Accuracy: </a:t>
            </a:r>
          </a:p>
          <a:p>
            <a:endParaRPr lang="en-US" sz="2400" b="1" dirty="0"/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Accuracy is a primary evaluation measure for classification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Accuracy may not be useful in cases  like 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large class skew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dirty="0">
                <a:latin typeface="Arial"/>
                <a:ea typeface="Microsoft YaHei"/>
                <a:cs typeface="Arial"/>
              </a:rPr>
              <a:t>Different misclassification costs etc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There are other efficient measures available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Arial"/>
                <a:ea typeface="Microsoft YaHei"/>
                <a:cs typeface="Arial"/>
              </a:rPr>
              <a:t>Precision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Arial"/>
                <a:ea typeface="Microsoft YaHei"/>
                <a:cs typeface="Arial"/>
              </a:rPr>
              <a:t>Recall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Arial"/>
                <a:ea typeface="Microsoft YaHei"/>
                <a:cs typeface="Arial"/>
              </a:rPr>
              <a:t>Confusion Matrix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Arial"/>
                <a:ea typeface="Microsoft YaHei"/>
                <a:cs typeface="Arial"/>
              </a:rPr>
              <a:t>ROC AUC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Arial"/>
                <a:ea typeface="Microsoft YaHei"/>
                <a:cs typeface="Arial"/>
              </a:rPr>
              <a:t>P-R curve 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Accuracy</a:t>
            </a: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14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46" y="932418"/>
            <a:ext cx="7988419" cy="1647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400" b="1" dirty="0"/>
              <a:t>Confusion Matrix: </a:t>
            </a:r>
          </a:p>
          <a:p>
            <a:endParaRPr lang="en-US" sz="2400" b="1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Confusion Matrix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0244" y="1777549"/>
            <a:ext cx="6121975" cy="3504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15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46" y="932418"/>
            <a:ext cx="7988419" cy="121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400" b="1" dirty="0"/>
              <a:t>Confusion Matrix: </a:t>
            </a:r>
          </a:p>
          <a:p>
            <a:endParaRPr lang="en-US" sz="2400" b="1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Confusion Matrix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23" y="2007999"/>
            <a:ext cx="3678356" cy="303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18442" y="2338104"/>
            <a:ext cx="3643170" cy="258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16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21" y="905123"/>
            <a:ext cx="7988419" cy="1142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400" b="1" dirty="0"/>
              <a:t>Confusion Matrix: </a:t>
            </a:r>
          </a:p>
          <a:p>
            <a:endParaRPr lang="en-US" sz="2400" b="1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Confusion Matrix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279" y="1801078"/>
            <a:ext cx="7857552" cy="2989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17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32" y="741350"/>
            <a:ext cx="7988419" cy="191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ROC: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A Receiver Operating Characteristic (ROC) curve plots the TP-rate vs. the FP-rate as a threshold on the confidence of an instance being positive is varied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Area under ROC curve is called ROC-AUC</a:t>
            </a:r>
          </a:p>
          <a:p>
            <a:r>
              <a:rPr lang="en-US" sz="2400" b="1" dirty="0"/>
              <a:t> </a:t>
            </a:r>
          </a:p>
          <a:p>
            <a:endParaRPr lang="en-US" sz="2400" b="1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ROC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6538" y="2750666"/>
            <a:ext cx="6496334" cy="277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18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32" y="741350"/>
            <a:ext cx="7988419" cy="191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P-R Curve:</a:t>
            </a:r>
          </a:p>
          <a:p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 precision/recall curve plots the precision vs. recall (TP-rate) as a threshold on the confidence of an instance being positive is varied. </a:t>
            </a:r>
          </a:p>
          <a:p>
            <a:r>
              <a:rPr lang="en-US" sz="2400" b="1" dirty="0"/>
              <a:t> </a:t>
            </a:r>
          </a:p>
          <a:p>
            <a:endParaRPr lang="en-US" sz="2400" b="1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P-R Curve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9376" y="2698134"/>
            <a:ext cx="5218278" cy="281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19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66" y="2283547"/>
            <a:ext cx="7988419" cy="191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207645"/>
            <a:endParaRPr lang="en-US" sz="2400" b="1" dirty="0">
              <a:cs typeface="Arial" panose="020B0604020202020204" pitchFamily="34" charset="0"/>
            </a:endParaRPr>
          </a:p>
          <a:p>
            <a:pPr marL="207645"/>
            <a:endParaRPr lang="en-US" sz="2400" b="1" dirty="0">
              <a:cs typeface="Arial" panose="020B0604020202020204" pitchFamily="34" charset="0"/>
            </a:endParaRPr>
          </a:p>
          <a:p>
            <a:pPr marL="207645"/>
            <a:endParaRPr lang="en-US" sz="2400" b="1" dirty="0">
              <a:cs typeface="Arial" panose="020B0604020202020204" pitchFamily="34" charset="0"/>
            </a:endParaRPr>
          </a:p>
          <a:p>
            <a:pPr marL="207645"/>
            <a:r>
              <a:rPr lang="en-US" sz="2400" b="1" dirty="0">
                <a:latin typeface="Arial"/>
                <a:ea typeface="Microsoft YaHei"/>
                <a:cs typeface="Arial"/>
              </a:rPr>
              <a:t>Advantages of ROC and P-R curves:</a:t>
            </a:r>
          </a:p>
          <a:p>
            <a:pPr marL="207645">
              <a:buFont typeface="Wingdings" pitchFamily="2" charset="2"/>
              <a:buChar char="§"/>
            </a:pPr>
            <a:endParaRPr lang="en-US" sz="2000" dirty="0">
              <a:cs typeface="Arial" panose="020B0604020202020204" pitchFamily="34" charset="0"/>
            </a:endParaRPr>
          </a:p>
          <a:p>
            <a:pPr marL="207645">
              <a:buFont typeface="Wingdings" pitchFamily="2" charset="2"/>
              <a:buChar char="§"/>
            </a:pPr>
            <a:r>
              <a:rPr lang="en-US" sz="2000" dirty="0"/>
              <a:t>ROC is Insensitive to changes in class distribution </a:t>
            </a:r>
            <a:endParaRPr lang="en-US" sz="2000" dirty="0">
              <a:cs typeface="Arial" panose="020B0604020202020204" pitchFamily="34" charset="0"/>
            </a:endParaRPr>
          </a:p>
          <a:p>
            <a:pPr marL="207645">
              <a:buFont typeface="Wingdings" pitchFamily="2" charset="2"/>
              <a:buChar char="§"/>
            </a:pPr>
            <a:r>
              <a:rPr lang="en-US" sz="2000" dirty="0"/>
              <a:t>ROC Can identify optimal classification thresholds for tasks with differential misclassification costs </a:t>
            </a:r>
            <a:endParaRPr lang="en-US" sz="2000" dirty="0">
              <a:cs typeface="Arial" panose="020B0604020202020204" pitchFamily="34" charset="0"/>
            </a:endParaRPr>
          </a:p>
          <a:p>
            <a:pPr marL="207645">
              <a:buFont typeface="Wingdings" pitchFamily="2" charset="2"/>
              <a:buChar char="§"/>
            </a:pPr>
            <a:r>
              <a:rPr lang="en-US" sz="2000" dirty="0"/>
              <a:t>P-R shows the fraction of predictions that are false positives</a:t>
            </a:r>
            <a:endParaRPr lang="en-US" sz="2000" dirty="0">
              <a:cs typeface="Arial" panose="020B0604020202020204" pitchFamily="34" charset="0"/>
            </a:endParaRPr>
          </a:p>
          <a:p>
            <a:pPr marL="207645">
              <a:buFont typeface="Wingdings" pitchFamily="2" charset="2"/>
              <a:buChar char="§"/>
            </a:pPr>
            <a:r>
              <a:rPr lang="en-US" sz="2000" dirty="0"/>
              <a:t>P-R well-suited for tasks with lots of negative instances </a:t>
            </a:r>
            <a:endParaRPr lang="en-US" sz="2000" dirty="0">
              <a:cs typeface="Arial" panose="020B0604020202020204" pitchFamily="34" charset="0"/>
            </a:endParaRPr>
          </a:p>
          <a:p>
            <a:pPr marL="207645">
              <a:buFont typeface="Wingdings" pitchFamily="2" charset="2"/>
              <a:buChar char="§"/>
            </a:pPr>
            <a:r>
              <a:rPr lang="en-US" sz="2000" dirty="0"/>
              <a:t>Both allow predictive performance to be assessed at various levels of confidence </a:t>
            </a:r>
            <a:endParaRPr lang="en-US" sz="2000" dirty="0">
              <a:cs typeface="Arial" panose="020B0604020202020204" pitchFamily="34" charset="0"/>
            </a:endParaRPr>
          </a:p>
          <a:p>
            <a:pPr marL="207645"/>
            <a:endParaRPr lang="en-US" sz="2000" dirty="0">
              <a:cs typeface="Arial" panose="020B0604020202020204" pitchFamily="34" charset="0"/>
            </a:endParaRPr>
          </a:p>
          <a:p>
            <a:pPr marL="207645"/>
            <a:r>
              <a:rPr lang="en-US" sz="2000" dirty="0"/>
              <a:t> </a:t>
            </a:r>
            <a:endParaRPr lang="en-US" sz="2000" dirty="0">
              <a:cs typeface="Arial" panose="020B0604020202020204" pitchFamily="34" charset="0"/>
            </a:endParaRPr>
          </a:p>
          <a:p>
            <a:pPr marL="207645"/>
            <a:endParaRPr lang="en-US" sz="2000" dirty="0">
              <a:cs typeface="Arial" panose="020B0604020202020204" pitchFamily="34" charset="0"/>
            </a:endParaRPr>
          </a:p>
          <a:p>
            <a:pPr marL="207645"/>
            <a:endParaRPr lang="en-US" sz="2000" dirty="0">
              <a:cs typeface="Arial" panose="020B0604020202020204" pitchFamily="34" charset="0"/>
            </a:endParaRPr>
          </a:p>
          <a:p>
            <a:pPr marL="207645"/>
            <a:endParaRPr lang="en-US" sz="2000" dirty="0">
              <a:cs typeface="Arial" panose="020B0604020202020204" pitchFamily="34" charset="0"/>
            </a:endParaRPr>
          </a:p>
          <a:p>
            <a:pPr marL="207645"/>
            <a:r>
              <a:rPr lang="en-US" sz="2400" b="1" dirty="0"/>
              <a:t> </a:t>
            </a:r>
            <a:endParaRPr lang="en-US" sz="2400" b="1" dirty="0">
              <a:cs typeface="Arial" panose="020B0604020202020204" pitchFamily="34" charset="0"/>
            </a:endParaRPr>
          </a:p>
          <a:p>
            <a:pPr marL="207645"/>
            <a:endParaRPr lang="en-US" sz="2400" b="1" dirty="0">
              <a:cs typeface="Arial" panose="020B0604020202020204" pitchFamily="34" charset="0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ROC and P-R Curves</a:t>
            </a: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:a16="http://schemas.microsoft.com/office/drawing/2014/main" id="{264FF23A-30EB-4069-9B5E-258AE75F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 dirty="0">
                <a:solidFill>
                  <a:srgbClr val="FFFFFF"/>
                </a:solidFill>
                <a:latin typeface="Myriad Pro" pitchFamily="32" charset="0"/>
              </a:rPr>
              <a:t>December 30, 2019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31C4241A-B4DD-46F3-8307-3E506671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048000"/>
            <a:ext cx="7772400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5600" b="1" dirty="0">
                <a:solidFill>
                  <a:srgbClr val="FFFFFF"/>
                </a:solidFill>
                <a:latin typeface="Myriad Pro" pitchFamily="32" charset="0"/>
              </a:rPr>
              <a:t>Thank You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BF74B836-9914-4B4F-B695-2900652C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23EBA662DC2F4CB7ADD22F2E951392" ma:contentTypeVersion="7" ma:contentTypeDescription="Create a new document." ma:contentTypeScope="" ma:versionID="51fcf65e73498f8be6b48cb91e4ef961">
  <xsd:schema xmlns:xsd="http://www.w3.org/2001/XMLSchema" xmlns:xs="http://www.w3.org/2001/XMLSchema" xmlns:p="http://schemas.microsoft.com/office/2006/metadata/properties" xmlns:ns2="128c8aad-ec74-4bdc-b5c5-9fd13dcdd114" targetNamespace="http://schemas.microsoft.com/office/2006/metadata/properties" ma:root="true" ma:fieldsID="9476b988e90c33c0380ef560b6c63609" ns2:_="">
    <xsd:import namespace="128c8aad-ec74-4bdc-b5c5-9fd13dcdd1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c8aad-ec74-4bdc-b5c5-9fd13dcdd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80E216-9025-422A-8312-7DC350EC48E0}"/>
</file>

<file path=customXml/itemProps2.xml><?xml version="1.0" encoding="utf-8"?>
<ds:datastoreItem xmlns:ds="http://schemas.openxmlformats.org/officeDocument/2006/customXml" ds:itemID="{4AA766C8-23F3-4B80-88C4-04D2A1E6466F}"/>
</file>

<file path=customXml/itemProps3.xml><?xml version="1.0" encoding="utf-8"?>
<ds:datastoreItem xmlns:ds="http://schemas.openxmlformats.org/officeDocument/2006/customXml" ds:itemID="{B4470E82-E975-44DB-8DD7-DB1198C65A14}"/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692</Words>
  <Application>Microsoft Office PowerPoint</Application>
  <PresentationFormat>On-screen Show (4:3)</PresentationFormat>
  <Paragraphs>225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LIC Hierarchy / Career Path 2006-07</dc:title>
  <dc:creator>75345</dc:creator>
  <cp:lastModifiedBy>Rama Chandra Raju Dandu</cp:lastModifiedBy>
  <cp:revision>8028</cp:revision>
  <cp:lastPrinted>1601-01-01T00:00:00Z</cp:lastPrinted>
  <dcterms:created xsi:type="dcterms:W3CDTF">2006-06-27T12:15:40Z</dcterms:created>
  <dcterms:modified xsi:type="dcterms:W3CDTF">2020-02-27T11:26:53Z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0x0101005323EBA662DC2F4CB7ADD22F2E951392</vt:lpwstr>
  </property>
  <property fmtid="{D5CDD505-2E9C-101B-9397-08002B2CF9AE}" pid="3" name="Order">
    <vt:r8>62300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
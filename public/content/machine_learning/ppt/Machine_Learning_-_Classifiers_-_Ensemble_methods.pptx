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649" r:id="rId2"/>
  </p:sldMasterIdLst>
  <p:notesMasterIdLst>
    <p:notesMasterId r:id="rId31"/>
  </p:notesMasterIdLst>
  <p:sldIdLst>
    <p:sldId id="256" r:id="rId3"/>
    <p:sldId id="257" r:id="rId4"/>
    <p:sldId id="389" r:id="rId5"/>
    <p:sldId id="390" r:id="rId6"/>
    <p:sldId id="391" r:id="rId7"/>
    <p:sldId id="392" r:id="rId8"/>
    <p:sldId id="393" r:id="rId9"/>
    <p:sldId id="394" r:id="rId10"/>
    <p:sldId id="395" r:id="rId11"/>
    <p:sldId id="396" r:id="rId12"/>
    <p:sldId id="397" r:id="rId13"/>
    <p:sldId id="398" r:id="rId14"/>
    <p:sldId id="399" r:id="rId15"/>
    <p:sldId id="411" r:id="rId16"/>
    <p:sldId id="400" r:id="rId17"/>
    <p:sldId id="401" r:id="rId18"/>
    <p:sldId id="402" r:id="rId19"/>
    <p:sldId id="412" r:id="rId20"/>
    <p:sldId id="403" r:id="rId21"/>
    <p:sldId id="404" r:id="rId22"/>
    <p:sldId id="405" r:id="rId23"/>
    <p:sldId id="406" r:id="rId24"/>
    <p:sldId id="407" r:id="rId25"/>
    <p:sldId id="408" r:id="rId26"/>
    <p:sldId id="409" r:id="rId27"/>
    <p:sldId id="410" r:id="rId28"/>
    <p:sldId id="413" r:id="rId29"/>
    <p:sldId id="265" r:id="rId30"/>
  </p:sldIdLst>
  <p:sldSz cx="9144000" cy="6858000" type="screen4x3"/>
  <p:notesSz cx="9294813" cy="11736388"/>
  <p:defaultTextStyle>
    <a:defPPr>
      <a:defRPr lang="en-GB"/>
    </a:defPPr>
    <a:lvl1pPr algn="l" defTabSz="457200" rtl="0" eaLnBrk="0" fontAlgn="base" hangingPunct="0">
      <a:spcBef>
        <a:spcPct val="0"/>
      </a:spcBef>
      <a:spcAft>
        <a:spcPct val="0"/>
      </a:spcAft>
      <a:buClr>
        <a:srgbClr val="000000"/>
      </a:buClr>
      <a:buSzPct val="100000"/>
      <a:buFont typeface="Times New Roman" panose="02020603050405020304" pitchFamily="18" charset="0"/>
      <a:defRPr sz="1600" kern="1200">
        <a:solidFill>
          <a:schemeClr val="bg1"/>
        </a:solidFill>
        <a:latin typeface="Arial" panose="020B0604020202020204" pitchFamily="34" charset="0"/>
        <a:ea typeface="Microsoft YaHei" panose="020B0503020204020204" pitchFamily="34" charset="-122"/>
        <a:cs typeface="+mn-cs"/>
      </a:defRPr>
    </a:lvl1pPr>
    <a:lvl2pPr marL="742950" indent="-285750" algn="l" defTabSz="457200" rtl="0" eaLnBrk="0" fontAlgn="base" hangingPunct="0">
      <a:spcBef>
        <a:spcPct val="0"/>
      </a:spcBef>
      <a:spcAft>
        <a:spcPct val="0"/>
      </a:spcAft>
      <a:buClr>
        <a:srgbClr val="000000"/>
      </a:buClr>
      <a:buSzPct val="100000"/>
      <a:buFont typeface="Times New Roman" panose="02020603050405020304" pitchFamily="18" charset="0"/>
      <a:defRPr sz="1600" kern="1200">
        <a:solidFill>
          <a:schemeClr val="bg1"/>
        </a:solidFill>
        <a:latin typeface="Arial" panose="020B0604020202020204" pitchFamily="34" charset="0"/>
        <a:ea typeface="Microsoft YaHei" panose="020B0503020204020204" pitchFamily="34" charset="-122"/>
        <a:cs typeface="+mn-cs"/>
      </a:defRPr>
    </a:lvl2pPr>
    <a:lvl3pPr marL="11430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1600" kern="1200">
        <a:solidFill>
          <a:schemeClr val="bg1"/>
        </a:solidFill>
        <a:latin typeface="Arial" panose="020B0604020202020204" pitchFamily="34" charset="0"/>
        <a:ea typeface="Microsoft YaHei" panose="020B0503020204020204" pitchFamily="34" charset="-122"/>
        <a:cs typeface="+mn-cs"/>
      </a:defRPr>
    </a:lvl3pPr>
    <a:lvl4pPr marL="16002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1600" kern="1200">
        <a:solidFill>
          <a:schemeClr val="bg1"/>
        </a:solidFill>
        <a:latin typeface="Arial" panose="020B0604020202020204" pitchFamily="34" charset="0"/>
        <a:ea typeface="Microsoft YaHei" panose="020B0503020204020204" pitchFamily="34" charset="-122"/>
        <a:cs typeface="+mn-cs"/>
      </a:defRPr>
    </a:lvl4pPr>
    <a:lvl5pPr marL="20574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1600" kern="1200">
        <a:solidFill>
          <a:schemeClr val="bg1"/>
        </a:solidFill>
        <a:latin typeface="Arial" panose="020B0604020202020204" pitchFamily="34" charset="0"/>
        <a:ea typeface="Microsoft YaHei" panose="020B0503020204020204" pitchFamily="34" charset="-122"/>
        <a:cs typeface="+mn-cs"/>
      </a:defRPr>
    </a:lvl5pPr>
    <a:lvl6pPr marL="2286000" algn="l" defTabSz="914400" rtl="0" eaLnBrk="1" latinLnBrk="0" hangingPunct="1">
      <a:defRPr sz="1600" kern="1200">
        <a:solidFill>
          <a:schemeClr val="bg1"/>
        </a:solidFill>
        <a:latin typeface="Arial" panose="020B0604020202020204" pitchFamily="34" charset="0"/>
        <a:ea typeface="Microsoft YaHei" panose="020B0503020204020204" pitchFamily="34" charset="-122"/>
        <a:cs typeface="+mn-cs"/>
      </a:defRPr>
    </a:lvl6pPr>
    <a:lvl7pPr marL="2743200" algn="l" defTabSz="914400" rtl="0" eaLnBrk="1" latinLnBrk="0" hangingPunct="1">
      <a:defRPr sz="1600" kern="1200">
        <a:solidFill>
          <a:schemeClr val="bg1"/>
        </a:solidFill>
        <a:latin typeface="Arial" panose="020B0604020202020204" pitchFamily="34" charset="0"/>
        <a:ea typeface="Microsoft YaHei" panose="020B0503020204020204" pitchFamily="34" charset="-122"/>
        <a:cs typeface="+mn-cs"/>
      </a:defRPr>
    </a:lvl7pPr>
    <a:lvl8pPr marL="3200400" algn="l" defTabSz="914400" rtl="0" eaLnBrk="1" latinLnBrk="0" hangingPunct="1">
      <a:defRPr sz="1600" kern="1200">
        <a:solidFill>
          <a:schemeClr val="bg1"/>
        </a:solidFill>
        <a:latin typeface="Arial" panose="020B0604020202020204" pitchFamily="34" charset="0"/>
        <a:ea typeface="Microsoft YaHei" panose="020B0503020204020204" pitchFamily="34" charset="-122"/>
        <a:cs typeface="+mn-cs"/>
      </a:defRPr>
    </a:lvl8pPr>
    <a:lvl9pPr marL="3657600" algn="l" defTabSz="914400" rtl="0" eaLnBrk="1" latinLnBrk="0" hangingPunct="1">
      <a:defRPr sz="1600" kern="1200">
        <a:solidFill>
          <a:schemeClr val="bg1"/>
        </a:solidFill>
        <a:latin typeface="Arial" panose="020B0604020202020204" pitchFamily="34" charset="0"/>
        <a:ea typeface="Microsoft YaHei" panose="020B0503020204020204" pitchFamily="34"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68EFC5-BE30-1A0D-B7D6-9A5267E00D3B}" v="157" dt="2020-01-06T06:22:11.494"/>
    <p1510:client id="{05BB4B1B-79CE-D963-AC9A-CAC6D472F72F}" v="879" dt="2020-01-08T07:27:55.064"/>
    <p1510:client id="{143DE85F-A954-CB42-8E75-435743489C4C}" v="278" dt="2020-01-06T10:49:54.742"/>
    <p1510:client id="{15E4EC71-5558-8480-4EAE-A9D6EB739AA9}" v="816" dt="2020-02-20T11:13:57.933"/>
    <p1510:client id="{2018B715-C734-C48C-89A2-F74A2CC77C52}" v="820" dt="2020-02-24T09:28:09.811"/>
    <p1510:client id="{23EB46A2-3705-2DC0-8D87-4C9E2C8BDD11}" v="277" dt="2020-02-20T12:57:10.949"/>
    <p1510:client id="{241EF44E-42DD-1DCB-77DC-B5D285D6EA46}" v="2" dt="2020-01-06T06:24:11.837"/>
    <p1510:client id="{2CB518B4-48B9-7C35-723C-F4253F8F7638}" v="586" dt="2020-02-12T06:58:18.082"/>
    <p1510:client id="{2FFB0432-39F9-D054-48DF-1A00BEB9277C}" v="985" dt="2020-02-17T09:15:27.544"/>
    <p1510:client id="{350A8DF7-9418-D7FC-4F1A-24992B31A065}" v="25" dt="2020-01-24T12:05:01.874"/>
    <p1510:client id="{39F54347-99EF-0B4B-97E4-0C386BAABFF5}" v="753" dt="2020-02-12T09:41:23.069"/>
    <p1510:client id="{59F3C956-E6C2-A86C-7A5C-3AB14756F3E6}" v="12" dt="2020-01-08T08:06:18.077"/>
    <p1510:client id="{63C36413-ABEB-9E36-92E1-DC025E5B7DDD}" v="521" dt="2020-01-09T09:00:51.196"/>
    <p1510:client id="{643F6BA2-C114-454D-296B-A6CDB55B0B46}" v="5" dt="2020-02-27T11:23:10.795"/>
    <p1510:client id="{6684C94E-BAE3-DD0F-A752-17B4741F65BE}" v="357" dt="2020-01-06T11:21:47.983"/>
    <p1510:client id="{6BFB7AA0-9A91-5CE6-207F-A64E26FB4F87}" v="1305" dt="2020-02-19T13:27:55.554"/>
    <p1510:client id="{72C31571-8A6A-F6F1-8814-81E4289EEAA7}" v="472" dt="2020-02-11T13:03:16.784"/>
    <p1510:client id="{773E3147-A383-7535-3B48-6D85175C8116}" v="255" dt="2020-01-06T09:33:25.036"/>
    <p1510:client id="{7D863F5A-D09E-A271-77D6-822EE9C521D4}" v="454" dt="2020-02-17T11:27:13.778"/>
    <p1510:client id="{801BAA24-4546-4F49-79BA-E81DE07C172A}" v="6" dt="2020-01-09T09:13:23.286"/>
    <p1510:client id="{81FEB59E-BDFD-FD9C-E9A4-243F33929167}" v="464" dt="2020-01-07T09:52:02.981"/>
    <p1510:client id="{86061FEA-CB90-410D-5C5A-C964B5C73A71}" v="889" dt="2020-02-11T11:33:22.290"/>
    <p1510:client id="{8E599280-CDC5-5B44-1702-8CD408FB965D}" v="13" dt="2020-01-09T09:43:01.311"/>
    <p1510:client id="{90986C09-3C17-A937-6E5F-73D9D48B233A}" v="982" dt="2020-02-12T12:09:05.493"/>
    <p1510:client id="{91EDDD0C-0DCB-E74F-6CF5-953A9FCC1B45}" v="1039" dt="2020-02-03T09:58:26.443"/>
    <p1510:client id="{99FE337E-42DF-0BD9-383B-8A54358A12AE}" v="205" dt="2020-01-07T11:56:57.093"/>
    <p1510:client id="{9DD28641-6D5D-51B9-EB8F-58FB2AFBD7E4}" v="661" dt="2020-02-20T09:28:21.663"/>
    <p1510:client id="{9EFDEA6F-7504-2790-4241-22955A03E37B}" v="30" dt="2020-01-07T09:56:55.456"/>
    <p1510:client id="{A45CCE67-BCB7-B8B2-2C2A-876DDCD8BE01}" v="160" dt="2020-01-06T06:11:11.731"/>
    <p1510:client id="{A810AA51-D6D4-C062-1A8B-A0C44208AC30}" v="25" dt="2020-02-11T13:08:30.180"/>
    <p1510:client id="{AF9AFB9D-617D-9426-815E-C920008EED9C}" v="200" dt="2020-01-06T05:31:59.373"/>
    <p1510:client id="{B085305B-D954-284F-3ED8-D51B1216B1EC}" v="443" dt="2020-01-07T06:44:26.601"/>
    <p1510:client id="{B2F597B9-2AC4-FC29-22BC-35BE0DA02AFB}" v="34" dt="2020-02-12T12:16:49.145"/>
    <p1510:client id="{B5CC8AF8-316E-CE2E-0FD2-4312E01D6C4E}" v="394" dt="2020-02-18T11:40:25.823"/>
    <p1510:client id="{B9BA91B7-460E-4014-F372-7F6E8F489F2F}" v="25" dt="2020-01-06T06:15:02.921"/>
    <p1510:client id="{C0FC5D92-134C-F03A-5E7F-3517995CF4F2}" v="619" dt="2020-01-07T11:39:07.689"/>
    <p1510:client id="{C8D5AB90-4713-C874-2D02-04E2747985B1}" v="410" dt="2020-01-09T06:31:16.965"/>
    <p1510:client id="{C9367CE0-1FD9-3E96-B67F-DB10E405E9A0}" v="3" dt="2020-02-19T12:25:53.028"/>
    <p1510:client id="{CB585959-FBAB-D437-B043-EC59CB24110F}" v="1093" dt="2020-01-31T11:54:05.997"/>
    <p1510:client id="{DA6F1BD7-3399-93AF-A0D6-3E3909E87D2B}" v="19" dt="2020-01-06T06:27:18.790"/>
    <p1510:client id="{DEE54C43-0043-590F-B245-43108378BAB0}" v="451" dt="2020-01-31T07:17:10.654"/>
    <p1510:client id="{E7C6884E-1D8C-1D67-A9C0-D76B91D814A8}" v="223" dt="2020-01-08T08:41:22.102"/>
    <p1510:client id="{EF0B8DD4-77CC-A459-EDF6-31EA14881AC7}" v="1057" dt="2020-02-19T12:10:50.798"/>
    <p1510:client id="{F59E60CA-34B2-0485-0D41-5E8B4F2762C8}" v="371" dt="2020-02-24T10:15:43.50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0" d="100"/>
          <a:sy n="70" d="100"/>
        </p:scale>
        <p:origin x="-1572" y="-450"/>
      </p:cViewPr>
      <p:guideLst>
        <p:guide orient="horz" pos="2160"/>
        <p:guide pos="2880"/>
      </p:guideLst>
    </p:cSldViewPr>
  </p:slideViewPr>
  <p:notesTextViewPr>
    <p:cViewPr>
      <p:scale>
        <a:sx n="100" d="100"/>
        <a:sy n="100" d="100"/>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ableStyles" Target="tableStyle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3" name="AutoShape 1">
            <a:extLst>
              <a:ext uri="{FF2B5EF4-FFF2-40B4-BE49-F238E27FC236}">
                <a16:creationId xmlns:a16="http://schemas.microsoft.com/office/drawing/2014/main" id="{78B9EE69-C63D-4A99-8AC6-1ABEC8D3B099}"/>
              </a:ext>
            </a:extLst>
          </p:cNvPr>
          <p:cNvSpPr>
            <a:spLocks noChangeArrowheads="1"/>
          </p:cNvSpPr>
          <p:nvPr/>
        </p:nvSpPr>
        <p:spPr bwMode="auto">
          <a:xfrm>
            <a:off x="0" y="0"/>
            <a:ext cx="9294813" cy="11736388"/>
          </a:xfrm>
          <a:prstGeom prst="roundRect">
            <a:avLst>
              <a:gd name="adj" fmla="val 14"/>
            </a:avLst>
          </a:prstGeom>
          <a:solidFill>
            <a:srgbClr val="FFFFFF"/>
          </a:solidFill>
          <a:ln>
            <a:noFill/>
          </a:ln>
          <a:effectLst/>
          <a:extLst>
            <a:ext uri="{91240B29-F687-4F45-9708-019B960494DF}">
              <a14:hiddenLine xmlns:a14="http://schemas.microsoft.com/office/drawing/2010/main" w="9360" cap="sq">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074" name="AutoShape 2">
            <a:extLst>
              <a:ext uri="{FF2B5EF4-FFF2-40B4-BE49-F238E27FC236}">
                <a16:creationId xmlns:a16="http://schemas.microsoft.com/office/drawing/2014/main" id="{10EEBBC5-D260-4E04-981A-78C8658DFD2B}"/>
              </a:ext>
            </a:extLst>
          </p:cNvPr>
          <p:cNvSpPr>
            <a:spLocks noChangeArrowheads="1"/>
          </p:cNvSpPr>
          <p:nvPr/>
        </p:nvSpPr>
        <p:spPr bwMode="auto">
          <a:xfrm>
            <a:off x="0" y="0"/>
            <a:ext cx="9294813" cy="11736388"/>
          </a:xfrm>
          <a:prstGeom prst="roundRect">
            <a:avLst>
              <a:gd name="adj" fmla="val 14"/>
            </a:avLst>
          </a:prstGeom>
          <a:solidFill>
            <a:srgbClr val="FFFFFF"/>
          </a:solidFill>
          <a:ln>
            <a:noFill/>
          </a:ln>
          <a:effectLst/>
          <a:extLs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075" name="AutoShape 3">
            <a:extLst>
              <a:ext uri="{FF2B5EF4-FFF2-40B4-BE49-F238E27FC236}">
                <a16:creationId xmlns:a16="http://schemas.microsoft.com/office/drawing/2014/main" id="{BBB1B64E-3F6A-4F3A-B668-9364D28E0F54}"/>
              </a:ext>
            </a:extLst>
          </p:cNvPr>
          <p:cNvSpPr>
            <a:spLocks noChangeArrowheads="1"/>
          </p:cNvSpPr>
          <p:nvPr/>
        </p:nvSpPr>
        <p:spPr bwMode="auto">
          <a:xfrm>
            <a:off x="0" y="0"/>
            <a:ext cx="9294813" cy="11736388"/>
          </a:xfrm>
          <a:prstGeom prst="roundRect">
            <a:avLst>
              <a:gd name="adj" fmla="val 14"/>
            </a:avLst>
          </a:prstGeom>
          <a:solidFill>
            <a:srgbClr val="FFFFFF"/>
          </a:solidFill>
          <a:ln>
            <a:noFill/>
          </a:ln>
          <a:effectLst/>
          <a:extLs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076" name="AutoShape 4">
            <a:extLst>
              <a:ext uri="{FF2B5EF4-FFF2-40B4-BE49-F238E27FC236}">
                <a16:creationId xmlns:a16="http://schemas.microsoft.com/office/drawing/2014/main" id="{8EDEAB44-9A4E-47B7-9BBD-0AABA33F808D}"/>
              </a:ext>
            </a:extLst>
          </p:cNvPr>
          <p:cNvSpPr>
            <a:spLocks noChangeArrowheads="1"/>
          </p:cNvSpPr>
          <p:nvPr/>
        </p:nvSpPr>
        <p:spPr bwMode="auto">
          <a:xfrm>
            <a:off x="0" y="0"/>
            <a:ext cx="9294813" cy="11736388"/>
          </a:xfrm>
          <a:prstGeom prst="roundRect">
            <a:avLst>
              <a:gd name="adj" fmla="val 14"/>
            </a:avLst>
          </a:prstGeom>
          <a:solidFill>
            <a:srgbClr val="FFFFFF"/>
          </a:solidFill>
          <a:ln>
            <a:noFill/>
          </a:ln>
          <a:effectLst/>
          <a:extLs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077" name="AutoShape 5">
            <a:extLst>
              <a:ext uri="{FF2B5EF4-FFF2-40B4-BE49-F238E27FC236}">
                <a16:creationId xmlns:a16="http://schemas.microsoft.com/office/drawing/2014/main" id="{5199A469-BFF5-4989-BE99-5EEAB8B386E1}"/>
              </a:ext>
            </a:extLst>
          </p:cNvPr>
          <p:cNvSpPr>
            <a:spLocks noChangeArrowheads="1"/>
          </p:cNvSpPr>
          <p:nvPr/>
        </p:nvSpPr>
        <p:spPr bwMode="auto">
          <a:xfrm>
            <a:off x="0" y="0"/>
            <a:ext cx="9294813" cy="11736388"/>
          </a:xfrm>
          <a:prstGeom prst="roundRect">
            <a:avLst>
              <a:gd name="adj" fmla="val 14"/>
            </a:avLst>
          </a:prstGeom>
          <a:solidFill>
            <a:srgbClr val="FFFFFF"/>
          </a:solidFill>
          <a:ln>
            <a:noFill/>
          </a:ln>
          <a:effectLst/>
          <a:extLs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078" name="AutoShape 6">
            <a:extLst>
              <a:ext uri="{FF2B5EF4-FFF2-40B4-BE49-F238E27FC236}">
                <a16:creationId xmlns:a16="http://schemas.microsoft.com/office/drawing/2014/main" id="{5F185BCC-8890-4AEA-ABB4-7CB10034F487}"/>
              </a:ext>
            </a:extLst>
          </p:cNvPr>
          <p:cNvSpPr>
            <a:spLocks noChangeArrowheads="1"/>
          </p:cNvSpPr>
          <p:nvPr/>
        </p:nvSpPr>
        <p:spPr bwMode="auto">
          <a:xfrm>
            <a:off x="0" y="0"/>
            <a:ext cx="9294813" cy="11736388"/>
          </a:xfrm>
          <a:prstGeom prst="roundRect">
            <a:avLst>
              <a:gd name="adj" fmla="val 14"/>
            </a:avLst>
          </a:prstGeom>
          <a:solidFill>
            <a:srgbClr val="FFFFFF"/>
          </a:solidFill>
          <a:ln>
            <a:noFill/>
          </a:ln>
          <a:effectLst/>
          <a:extLs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079" name="AutoShape 7">
            <a:extLst>
              <a:ext uri="{FF2B5EF4-FFF2-40B4-BE49-F238E27FC236}">
                <a16:creationId xmlns:a16="http://schemas.microsoft.com/office/drawing/2014/main" id="{C5E1FCB1-2E2D-4F95-B3AD-22DC1A36EB7F}"/>
              </a:ext>
            </a:extLst>
          </p:cNvPr>
          <p:cNvSpPr>
            <a:spLocks noChangeArrowheads="1"/>
          </p:cNvSpPr>
          <p:nvPr/>
        </p:nvSpPr>
        <p:spPr bwMode="auto">
          <a:xfrm>
            <a:off x="0" y="0"/>
            <a:ext cx="9294813" cy="11736388"/>
          </a:xfrm>
          <a:prstGeom prst="roundRect">
            <a:avLst>
              <a:gd name="adj" fmla="val 14"/>
            </a:avLst>
          </a:prstGeom>
          <a:solidFill>
            <a:srgbClr val="FFFFFF"/>
          </a:solidFill>
          <a:ln>
            <a:noFill/>
          </a:ln>
          <a:effectLst/>
          <a:extLs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080" name="AutoShape 8">
            <a:extLst>
              <a:ext uri="{FF2B5EF4-FFF2-40B4-BE49-F238E27FC236}">
                <a16:creationId xmlns:a16="http://schemas.microsoft.com/office/drawing/2014/main" id="{9ECE8EEC-C854-4691-A50B-77F8A37A8C74}"/>
              </a:ext>
            </a:extLst>
          </p:cNvPr>
          <p:cNvSpPr>
            <a:spLocks noChangeArrowheads="1"/>
          </p:cNvSpPr>
          <p:nvPr/>
        </p:nvSpPr>
        <p:spPr bwMode="auto">
          <a:xfrm>
            <a:off x="0" y="0"/>
            <a:ext cx="9294813" cy="11736388"/>
          </a:xfrm>
          <a:prstGeom prst="roundRect">
            <a:avLst>
              <a:gd name="adj" fmla="val 14"/>
            </a:avLst>
          </a:prstGeom>
          <a:solidFill>
            <a:srgbClr val="FFFFFF"/>
          </a:solidFill>
          <a:ln>
            <a:noFill/>
          </a:ln>
          <a:effectLst/>
          <a:extLs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081" name="AutoShape 9">
            <a:extLst>
              <a:ext uri="{FF2B5EF4-FFF2-40B4-BE49-F238E27FC236}">
                <a16:creationId xmlns:a16="http://schemas.microsoft.com/office/drawing/2014/main" id="{9577E4C5-0C47-4127-ADE5-8DBCE306FBF8}"/>
              </a:ext>
            </a:extLst>
          </p:cNvPr>
          <p:cNvSpPr>
            <a:spLocks noChangeArrowheads="1"/>
          </p:cNvSpPr>
          <p:nvPr/>
        </p:nvSpPr>
        <p:spPr bwMode="auto">
          <a:xfrm>
            <a:off x="0" y="0"/>
            <a:ext cx="9294813" cy="11736388"/>
          </a:xfrm>
          <a:prstGeom prst="roundRect">
            <a:avLst>
              <a:gd name="adj" fmla="val 14"/>
            </a:avLst>
          </a:prstGeom>
          <a:solidFill>
            <a:srgbClr val="FFFFFF"/>
          </a:solidFill>
          <a:ln>
            <a:noFill/>
          </a:ln>
          <a:effectLst/>
          <a:extLs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082" name="Text Box 10">
            <a:extLst>
              <a:ext uri="{FF2B5EF4-FFF2-40B4-BE49-F238E27FC236}">
                <a16:creationId xmlns:a16="http://schemas.microsoft.com/office/drawing/2014/main" id="{8AF3AB77-5BC7-4917-BC64-178D407E99BD}"/>
              </a:ext>
            </a:extLst>
          </p:cNvPr>
          <p:cNvSpPr txBox="1">
            <a:spLocks noChangeArrowheads="1"/>
          </p:cNvSpPr>
          <p:nvPr/>
        </p:nvSpPr>
        <p:spPr bwMode="auto">
          <a:xfrm>
            <a:off x="0" y="0"/>
            <a:ext cx="4029075" cy="587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083" name="Text Box 11">
            <a:extLst>
              <a:ext uri="{FF2B5EF4-FFF2-40B4-BE49-F238E27FC236}">
                <a16:creationId xmlns:a16="http://schemas.microsoft.com/office/drawing/2014/main" id="{B7295467-63D4-48F2-825B-F1DDBA4E0438}"/>
              </a:ext>
            </a:extLst>
          </p:cNvPr>
          <p:cNvSpPr txBox="1">
            <a:spLocks noChangeArrowheads="1"/>
          </p:cNvSpPr>
          <p:nvPr/>
        </p:nvSpPr>
        <p:spPr bwMode="auto">
          <a:xfrm>
            <a:off x="5264150" y="0"/>
            <a:ext cx="4030663" cy="587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084" name="Rectangle 12">
            <a:extLst>
              <a:ext uri="{FF2B5EF4-FFF2-40B4-BE49-F238E27FC236}">
                <a16:creationId xmlns:a16="http://schemas.microsoft.com/office/drawing/2014/main" id="{CCAE399C-DBBF-46C3-8975-0FD15FA07FB9}"/>
              </a:ext>
            </a:extLst>
          </p:cNvPr>
          <p:cNvSpPr>
            <a:spLocks noGrp="1" noRot="1" noChangeAspect="1" noChangeArrowheads="1"/>
          </p:cNvSpPr>
          <p:nvPr>
            <p:ph type="sldImg"/>
          </p:nvPr>
        </p:nvSpPr>
        <p:spPr bwMode="auto">
          <a:xfrm>
            <a:off x="1716088" y="881063"/>
            <a:ext cx="5851525" cy="4384675"/>
          </a:xfrm>
          <a:prstGeom prst="rect">
            <a:avLst/>
          </a:prstGeom>
          <a:noFill/>
          <a:ln w="9360" cap="sq">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3085" name="Rectangle 13">
            <a:extLst>
              <a:ext uri="{FF2B5EF4-FFF2-40B4-BE49-F238E27FC236}">
                <a16:creationId xmlns:a16="http://schemas.microsoft.com/office/drawing/2014/main" id="{C0B936AA-0B80-41A4-9E69-5C758D11B760}"/>
              </a:ext>
            </a:extLst>
          </p:cNvPr>
          <p:cNvSpPr>
            <a:spLocks noGrp="1" noChangeArrowheads="1"/>
          </p:cNvSpPr>
          <p:nvPr>
            <p:ph type="body"/>
          </p:nvPr>
        </p:nvSpPr>
        <p:spPr bwMode="auto">
          <a:xfrm>
            <a:off x="928688" y="5575300"/>
            <a:ext cx="7424737" cy="5265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5200" tIns="57600" rIns="115200" bIns="57600" numCol="1" anchor="t" anchorCtr="0" compatLnSpc="1">
            <a:prstTxWarp prst="textNoShape">
              <a:avLst/>
            </a:prstTxWarp>
          </a:bodyPr>
          <a:lstStyle/>
          <a:p>
            <a:pPr lvl="0"/>
            <a:endParaRPr lang="en-US" altLang="en-US"/>
          </a:p>
        </p:txBody>
      </p:sp>
      <p:sp>
        <p:nvSpPr>
          <p:cNvPr id="3086" name="Rectangle 14">
            <a:extLst>
              <a:ext uri="{FF2B5EF4-FFF2-40B4-BE49-F238E27FC236}">
                <a16:creationId xmlns:a16="http://schemas.microsoft.com/office/drawing/2014/main" id="{ECBEAEA6-5D77-437D-96C2-ECEEC07A7ED0}"/>
              </a:ext>
            </a:extLst>
          </p:cNvPr>
          <p:cNvSpPr>
            <a:spLocks noGrp="1" noChangeArrowheads="1"/>
          </p:cNvSpPr>
          <p:nvPr>
            <p:ph type="ftr"/>
          </p:nvPr>
        </p:nvSpPr>
        <p:spPr bwMode="auto">
          <a:xfrm>
            <a:off x="0" y="11145838"/>
            <a:ext cx="4014788" cy="573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5200" tIns="57600" rIns="115200" bIns="57600" numCol="1" anchor="b" anchorCtr="0" compatLnSpc="1">
            <a:prstTxWarp prst="textNoShape">
              <a:avLst/>
            </a:prstTxWarp>
          </a:bodyPr>
          <a:lstStyle>
            <a:lvl1pPr marL="215900" indent="-203200" eaLnBrk="1" hangingPunct="1">
              <a:buClrTx/>
              <a:buSzPct val="45000"/>
              <a:buFontTx/>
              <a:buNone/>
              <a:tabLst>
                <a:tab pos="723900" algn="l"/>
                <a:tab pos="1447800" algn="l"/>
                <a:tab pos="2171700" algn="l"/>
                <a:tab pos="2895600" algn="l"/>
                <a:tab pos="3619500" algn="l"/>
              </a:tabLst>
              <a:defRPr sz="1500">
                <a:solidFill>
                  <a:srgbClr val="000000"/>
                </a:solidFill>
                <a:latin typeface="Times New Roman" panose="02020603050405020304" pitchFamily="18" charset="0"/>
                <a:cs typeface="Lucida Sans Unicode" panose="020B0602030504020204" pitchFamily="34" charset="0"/>
              </a:defRPr>
            </a:lvl1pPr>
          </a:lstStyle>
          <a:p>
            <a:r>
              <a:rPr lang="en-US" altLang="en-US"/>
              <a:t>Page No. 1</a:t>
            </a:r>
          </a:p>
        </p:txBody>
      </p:sp>
      <p:sp>
        <p:nvSpPr>
          <p:cNvPr id="3087" name="Rectangle 15">
            <a:extLst>
              <a:ext uri="{FF2B5EF4-FFF2-40B4-BE49-F238E27FC236}">
                <a16:creationId xmlns:a16="http://schemas.microsoft.com/office/drawing/2014/main" id="{936A029B-AFC4-48E3-A39E-942F560C1FAB}"/>
              </a:ext>
            </a:extLst>
          </p:cNvPr>
          <p:cNvSpPr>
            <a:spLocks noGrp="1" noChangeArrowheads="1"/>
          </p:cNvSpPr>
          <p:nvPr>
            <p:ph type="sldNum"/>
          </p:nvPr>
        </p:nvSpPr>
        <p:spPr bwMode="auto">
          <a:xfrm>
            <a:off x="5264150" y="11145838"/>
            <a:ext cx="4016375" cy="573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5200" tIns="57600" rIns="115200" bIns="57600" numCol="1" anchor="b" anchorCtr="0" compatLnSpc="1">
            <a:prstTxWarp prst="textNoShape">
              <a:avLst/>
            </a:prstTxWarp>
          </a:bodyPr>
          <a:lstStyle>
            <a:lvl1pPr marL="215900" indent="-203200" algn="r" eaLnBrk="1" hangingPunct="1">
              <a:buClrTx/>
              <a:buSzPct val="45000"/>
              <a:buFontTx/>
              <a:buNone/>
              <a:tabLst>
                <a:tab pos="723900" algn="l"/>
                <a:tab pos="1447800" algn="l"/>
                <a:tab pos="2171700" algn="l"/>
                <a:tab pos="2895600" algn="l"/>
                <a:tab pos="3619500" algn="l"/>
              </a:tabLst>
              <a:defRPr sz="1500">
                <a:solidFill>
                  <a:srgbClr val="000000"/>
                </a:solidFill>
                <a:latin typeface="Times New Roman" panose="02020603050405020304" pitchFamily="18" charset="0"/>
                <a:cs typeface="Lucida Sans Unicode" panose="020B0602030504020204" pitchFamily="34" charset="0"/>
              </a:defRPr>
            </a:lvl1pPr>
          </a:lstStyle>
          <a:p>
            <a:fld id="{27CC5688-C8F4-45A0-99ED-5F86847F62B8}" type="slidenum">
              <a:rPr lang="en-US" altLang="en-US"/>
              <a:pPr/>
              <a:t>‹#›</a:t>
            </a:fld>
            <a:endParaRPr lang="en-US" altLang="en-US"/>
          </a:p>
        </p:txBody>
      </p:sp>
    </p:spTree>
  </p:cSld>
  <p:clrMap bg1="lt1" tx1="dk1" bg2="lt2" tx2="dk2" accent1="accent1" accent2="accent2" accent3="accent3" accent4="accent4" accent5="accent5" accent6="accent6" hlink="hlink" folHlink="folHlink"/>
  <p:hf hdr="0" dt="0"/>
  <p:notesStyle>
    <a:lvl1pPr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1pPr>
    <a:lvl2pPr marL="742950" indent="-28575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2pPr>
    <a:lvl3pPr marL="11430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3pPr>
    <a:lvl4pPr marL="16002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4pPr>
    <a:lvl5pPr marL="20574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14">
            <a:extLst>
              <a:ext uri="{FF2B5EF4-FFF2-40B4-BE49-F238E27FC236}">
                <a16:creationId xmlns:a16="http://schemas.microsoft.com/office/drawing/2014/main" id="{6BACFF5C-AF60-46BC-B87D-46C13208ACD4}"/>
              </a:ext>
            </a:extLst>
          </p:cNvPr>
          <p:cNvSpPr>
            <a:spLocks noGrp="1" noChangeArrowheads="1"/>
          </p:cNvSpPr>
          <p:nvPr>
            <p:ph type="ftr"/>
          </p:nvPr>
        </p:nvSpPr>
        <p:spPr>
          <a:ln/>
        </p:spPr>
        <p:txBody>
          <a:bodyPr/>
          <a:lstStyle/>
          <a:p>
            <a:r>
              <a:rPr lang="en-US" altLang="en-US"/>
              <a:t>Page No. 1</a:t>
            </a:r>
          </a:p>
        </p:txBody>
      </p:sp>
      <p:sp>
        <p:nvSpPr>
          <p:cNvPr id="5" name="Rectangle 15">
            <a:extLst>
              <a:ext uri="{FF2B5EF4-FFF2-40B4-BE49-F238E27FC236}">
                <a16:creationId xmlns:a16="http://schemas.microsoft.com/office/drawing/2014/main" id="{F94E96D3-747C-446C-BA59-C2E12E86DE00}"/>
              </a:ext>
            </a:extLst>
          </p:cNvPr>
          <p:cNvSpPr>
            <a:spLocks noGrp="1" noChangeArrowheads="1"/>
          </p:cNvSpPr>
          <p:nvPr>
            <p:ph type="sldNum"/>
          </p:nvPr>
        </p:nvSpPr>
        <p:spPr>
          <a:ln/>
        </p:spPr>
        <p:txBody>
          <a:bodyPr/>
          <a:lstStyle/>
          <a:p>
            <a:fld id="{B3439428-DABB-4718-9DE0-E83E547AB89E}" type="slidenum">
              <a:rPr lang="en-US" altLang="en-US"/>
              <a:pPr/>
              <a:t>1</a:t>
            </a:fld>
            <a:endParaRPr lang="en-US" altLang="en-US"/>
          </a:p>
        </p:txBody>
      </p:sp>
      <p:sp>
        <p:nvSpPr>
          <p:cNvPr id="14337" name="Rectangle 1">
            <a:extLst>
              <a:ext uri="{FF2B5EF4-FFF2-40B4-BE49-F238E27FC236}">
                <a16:creationId xmlns:a16="http://schemas.microsoft.com/office/drawing/2014/main" id="{E41B3E79-A3CA-4816-8DC0-456A17F4D638}"/>
              </a:ext>
            </a:extLst>
          </p:cNvPr>
          <p:cNvSpPr txBox="1">
            <a:spLocks noGrp="1" noRot="1" noChangeAspect="1" noChangeArrowheads="1"/>
          </p:cNvSpPr>
          <p:nvPr>
            <p:ph type="sldImg"/>
          </p:nvPr>
        </p:nvSpPr>
        <p:spPr bwMode="auto">
          <a:xfrm>
            <a:off x="1716088" y="881063"/>
            <a:ext cx="5865812" cy="4398962"/>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4338" name="Rectangle 2">
            <a:extLst>
              <a:ext uri="{FF2B5EF4-FFF2-40B4-BE49-F238E27FC236}">
                <a16:creationId xmlns:a16="http://schemas.microsoft.com/office/drawing/2014/main" id="{126C09C7-C292-4A0A-9A99-D46868A6F629}"/>
              </a:ext>
            </a:extLst>
          </p:cNvPr>
          <p:cNvSpPr txBox="1">
            <a:spLocks noGrp="1" noChangeArrowheads="1"/>
          </p:cNvSpPr>
          <p:nvPr>
            <p:ph type="body" idx="1"/>
          </p:nvPr>
        </p:nvSpPr>
        <p:spPr bwMode="auto">
          <a:xfrm>
            <a:off x="928688" y="5575300"/>
            <a:ext cx="7439025" cy="52800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14">
            <a:extLst>
              <a:ext uri="{FF2B5EF4-FFF2-40B4-BE49-F238E27FC236}">
                <a16:creationId xmlns:a16="http://schemas.microsoft.com/office/drawing/2014/main" id="{1EAF3BC7-4B95-43C6-835D-1E5CB911EF50}"/>
              </a:ext>
            </a:extLst>
          </p:cNvPr>
          <p:cNvSpPr>
            <a:spLocks noGrp="1" noChangeArrowheads="1"/>
          </p:cNvSpPr>
          <p:nvPr>
            <p:ph type="ftr"/>
          </p:nvPr>
        </p:nvSpPr>
        <p:spPr>
          <a:ln/>
        </p:spPr>
        <p:txBody>
          <a:bodyPr/>
          <a:lstStyle/>
          <a:p>
            <a:r>
              <a:rPr lang="en-US" altLang="en-US"/>
              <a:t>Page No. 1</a:t>
            </a:r>
          </a:p>
        </p:txBody>
      </p:sp>
      <p:sp>
        <p:nvSpPr>
          <p:cNvPr id="5" name="Rectangle 15">
            <a:extLst>
              <a:ext uri="{FF2B5EF4-FFF2-40B4-BE49-F238E27FC236}">
                <a16:creationId xmlns:a16="http://schemas.microsoft.com/office/drawing/2014/main" id="{DB0B8A6A-3C0F-4FD3-8CDE-3E2E14C57828}"/>
              </a:ext>
            </a:extLst>
          </p:cNvPr>
          <p:cNvSpPr>
            <a:spLocks noGrp="1" noChangeArrowheads="1"/>
          </p:cNvSpPr>
          <p:nvPr>
            <p:ph type="sldNum"/>
          </p:nvPr>
        </p:nvSpPr>
        <p:spPr>
          <a:ln/>
        </p:spPr>
        <p:txBody>
          <a:bodyPr/>
          <a:lstStyle/>
          <a:p>
            <a:fld id="{507A12C6-DBAF-4967-A281-CD1B567AA273}" type="slidenum">
              <a:rPr lang="en-US" altLang="en-US"/>
              <a:pPr/>
              <a:t>2</a:t>
            </a:fld>
            <a:endParaRPr lang="en-US" altLang="en-US"/>
          </a:p>
        </p:txBody>
      </p:sp>
      <p:sp>
        <p:nvSpPr>
          <p:cNvPr id="15361" name="Rectangle 1">
            <a:extLst>
              <a:ext uri="{FF2B5EF4-FFF2-40B4-BE49-F238E27FC236}">
                <a16:creationId xmlns:a16="http://schemas.microsoft.com/office/drawing/2014/main" id="{3AB053A5-6365-4B37-9D7F-12152B4A2299}"/>
              </a:ext>
            </a:extLst>
          </p:cNvPr>
          <p:cNvSpPr txBox="1">
            <a:spLocks noGrp="1" noRot="1" noChangeAspect="1" noChangeArrowheads="1"/>
          </p:cNvSpPr>
          <p:nvPr>
            <p:ph type="sldImg"/>
          </p:nvPr>
        </p:nvSpPr>
        <p:spPr bwMode="auto">
          <a:xfrm>
            <a:off x="1716088" y="881063"/>
            <a:ext cx="5865812" cy="4398962"/>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2" name="Rectangle 2">
            <a:extLst>
              <a:ext uri="{FF2B5EF4-FFF2-40B4-BE49-F238E27FC236}">
                <a16:creationId xmlns:a16="http://schemas.microsoft.com/office/drawing/2014/main" id="{D012D6E6-3975-4276-9E39-A742AD2788A3}"/>
              </a:ext>
            </a:extLst>
          </p:cNvPr>
          <p:cNvSpPr txBox="1">
            <a:spLocks noGrp="1" noChangeArrowheads="1"/>
          </p:cNvSpPr>
          <p:nvPr>
            <p:ph type="body" idx="1"/>
          </p:nvPr>
        </p:nvSpPr>
        <p:spPr bwMode="auto">
          <a:xfrm>
            <a:off x="928688" y="5575300"/>
            <a:ext cx="7439025" cy="52800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14">
            <a:extLst>
              <a:ext uri="{FF2B5EF4-FFF2-40B4-BE49-F238E27FC236}">
                <a16:creationId xmlns:a16="http://schemas.microsoft.com/office/drawing/2014/main" id="{9D1D9F32-CCC2-433D-BE08-1F36ABE0B814}"/>
              </a:ext>
            </a:extLst>
          </p:cNvPr>
          <p:cNvSpPr>
            <a:spLocks noGrp="1" noChangeArrowheads="1"/>
          </p:cNvSpPr>
          <p:nvPr>
            <p:ph type="ftr"/>
          </p:nvPr>
        </p:nvSpPr>
        <p:spPr>
          <a:ln/>
        </p:spPr>
        <p:txBody>
          <a:bodyPr/>
          <a:lstStyle/>
          <a:p>
            <a:r>
              <a:rPr lang="en-US" altLang="en-US"/>
              <a:t>Page No. 1</a:t>
            </a:r>
          </a:p>
        </p:txBody>
      </p:sp>
      <p:sp>
        <p:nvSpPr>
          <p:cNvPr id="5" name="Rectangle 15">
            <a:extLst>
              <a:ext uri="{FF2B5EF4-FFF2-40B4-BE49-F238E27FC236}">
                <a16:creationId xmlns:a16="http://schemas.microsoft.com/office/drawing/2014/main" id="{3D04705D-8F3B-48A2-9D33-77B4BCB7D363}"/>
              </a:ext>
            </a:extLst>
          </p:cNvPr>
          <p:cNvSpPr>
            <a:spLocks noGrp="1" noChangeArrowheads="1"/>
          </p:cNvSpPr>
          <p:nvPr>
            <p:ph type="sldNum"/>
          </p:nvPr>
        </p:nvSpPr>
        <p:spPr>
          <a:ln/>
        </p:spPr>
        <p:txBody>
          <a:bodyPr/>
          <a:lstStyle/>
          <a:p>
            <a:fld id="{87092C20-2D89-49C1-AFB8-35BAFACD7089}" type="slidenum">
              <a:rPr lang="en-US" altLang="en-US"/>
              <a:pPr/>
              <a:t>3</a:t>
            </a:fld>
            <a:endParaRPr lang="en-US" altLang="en-US"/>
          </a:p>
        </p:txBody>
      </p:sp>
      <p:sp>
        <p:nvSpPr>
          <p:cNvPr id="17409" name="Rectangle 1">
            <a:extLst>
              <a:ext uri="{FF2B5EF4-FFF2-40B4-BE49-F238E27FC236}">
                <a16:creationId xmlns:a16="http://schemas.microsoft.com/office/drawing/2014/main" id="{B89A24EC-48D8-4B4F-BD81-221D783FB181}"/>
              </a:ext>
            </a:extLst>
          </p:cNvPr>
          <p:cNvSpPr txBox="1">
            <a:spLocks noGrp="1" noRot="1" noChangeAspect="1" noChangeArrowheads="1"/>
          </p:cNvSpPr>
          <p:nvPr>
            <p:ph type="sldImg"/>
          </p:nvPr>
        </p:nvSpPr>
        <p:spPr bwMode="auto">
          <a:xfrm>
            <a:off x="1716088" y="881063"/>
            <a:ext cx="5865812" cy="4398962"/>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7410" name="Rectangle 2">
            <a:extLst>
              <a:ext uri="{FF2B5EF4-FFF2-40B4-BE49-F238E27FC236}">
                <a16:creationId xmlns:a16="http://schemas.microsoft.com/office/drawing/2014/main" id="{397CF1F7-F01B-40B5-B560-98B95584DE0C}"/>
              </a:ext>
            </a:extLst>
          </p:cNvPr>
          <p:cNvSpPr txBox="1">
            <a:spLocks noGrp="1" noChangeArrowheads="1"/>
          </p:cNvSpPr>
          <p:nvPr>
            <p:ph type="body" idx="1"/>
          </p:nvPr>
        </p:nvSpPr>
        <p:spPr bwMode="auto">
          <a:xfrm>
            <a:off x="928688" y="5575300"/>
            <a:ext cx="7439025" cy="52800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13276289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14">
            <a:extLst>
              <a:ext uri="{FF2B5EF4-FFF2-40B4-BE49-F238E27FC236}">
                <a16:creationId xmlns:a16="http://schemas.microsoft.com/office/drawing/2014/main" id="{9D1D9F32-CCC2-433D-BE08-1F36ABE0B814}"/>
              </a:ext>
            </a:extLst>
          </p:cNvPr>
          <p:cNvSpPr>
            <a:spLocks noGrp="1" noChangeArrowheads="1"/>
          </p:cNvSpPr>
          <p:nvPr>
            <p:ph type="ftr"/>
          </p:nvPr>
        </p:nvSpPr>
        <p:spPr>
          <a:ln/>
        </p:spPr>
        <p:txBody>
          <a:bodyPr/>
          <a:lstStyle/>
          <a:p>
            <a:r>
              <a:rPr lang="en-US" altLang="en-US"/>
              <a:t>Page No. 1</a:t>
            </a:r>
          </a:p>
        </p:txBody>
      </p:sp>
      <p:sp>
        <p:nvSpPr>
          <p:cNvPr id="5" name="Rectangle 15">
            <a:extLst>
              <a:ext uri="{FF2B5EF4-FFF2-40B4-BE49-F238E27FC236}">
                <a16:creationId xmlns:a16="http://schemas.microsoft.com/office/drawing/2014/main" id="{3D04705D-8F3B-48A2-9D33-77B4BCB7D363}"/>
              </a:ext>
            </a:extLst>
          </p:cNvPr>
          <p:cNvSpPr>
            <a:spLocks noGrp="1" noChangeArrowheads="1"/>
          </p:cNvSpPr>
          <p:nvPr>
            <p:ph type="sldNum"/>
          </p:nvPr>
        </p:nvSpPr>
        <p:spPr>
          <a:ln/>
        </p:spPr>
        <p:txBody>
          <a:bodyPr/>
          <a:lstStyle/>
          <a:p>
            <a:fld id="{87092C20-2D89-49C1-AFB8-35BAFACD7089}" type="slidenum">
              <a:rPr lang="en-US" altLang="en-US"/>
              <a:pPr/>
              <a:t>4</a:t>
            </a:fld>
            <a:endParaRPr lang="en-US" altLang="en-US"/>
          </a:p>
        </p:txBody>
      </p:sp>
      <p:sp>
        <p:nvSpPr>
          <p:cNvPr id="17409" name="Rectangle 1">
            <a:extLst>
              <a:ext uri="{FF2B5EF4-FFF2-40B4-BE49-F238E27FC236}">
                <a16:creationId xmlns:a16="http://schemas.microsoft.com/office/drawing/2014/main" id="{B89A24EC-48D8-4B4F-BD81-221D783FB181}"/>
              </a:ext>
            </a:extLst>
          </p:cNvPr>
          <p:cNvSpPr txBox="1">
            <a:spLocks noGrp="1" noRot="1" noChangeAspect="1" noChangeArrowheads="1"/>
          </p:cNvSpPr>
          <p:nvPr>
            <p:ph type="sldImg"/>
          </p:nvPr>
        </p:nvSpPr>
        <p:spPr bwMode="auto">
          <a:xfrm>
            <a:off x="1716088" y="881063"/>
            <a:ext cx="5865812" cy="4398962"/>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7410" name="Rectangle 2">
            <a:extLst>
              <a:ext uri="{FF2B5EF4-FFF2-40B4-BE49-F238E27FC236}">
                <a16:creationId xmlns:a16="http://schemas.microsoft.com/office/drawing/2014/main" id="{397CF1F7-F01B-40B5-B560-98B95584DE0C}"/>
              </a:ext>
            </a:extLst>
          </p:cNvPr>
          <p:cNvSpPr txBox="1">
            <a:spLocks noGrp="1" noChangeArrowheads="1"/>
          </p:cNvSpPr>
          <p:nvPr>
            <p:ph type="body" idx="1"/>
          </p:nvPr>
        </p:nvSpPr>
        <p:spPr bwMode="auto">
          <a:xfrm>
            <a:off x="928688" y="5575300"/>
            <a:ext cx="7439025" cy="52800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14045505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14">
            <a:extLst>
              <a:ext uri="{FF2B5EF4-FFF2-40B4-BE49-F238E27FC236}">
                <a16:creationId xmlns:a16="http://schemas.microsoft.com/office/drawing/2014/main" id="{9D1D9F32-CCC2-433D-BE08-1F36ABE0B814}"/>
              </a:ext>
            </a:extLst>
          </p:cNvPr>
          <p:cNvSpPr>
            <a:spLocks noGrp="1" noChangeArrowheads="1"/>
          </p:cNvSpPr>
          <p:nvPr>
            <p:ph type="ftr"/>
          </p:nvPr>
        </p:nvSpPr>
        <p:spPr>
          <a:ln/>
        </p:spPr>
        <p:txBody>
          <a:bodyPr/>
          <a:lstStyle/>
          <a:p>
            <a:r>
              <a:rPr lang="en-US" altLang="en-US"/>
              <a:t>Page No. 1</a:t>
            </a:r>
          </a:p>
        </p:txBody>
      </p:sp>
      <p:sp>
        <p:nvSpPr>
          <p:cNvPr id="5" name="Rectangle 15">
            <a:extLst>
              <a:ext uri="{FF2B5EF4-FFF2-40B4-BE49-F238E27FC236}">
                <a16:creationId xmlns:a16="http://schemas.microsoft.com/office/drawing/2014/main" id="{3D04705D-8F3B-48A2-9D33-77B4BCB7D363}"/>
              </a:ext>
            </a:extLst>
          </p:cNvPr>
          <p:cNvSpPr>
            <a:spLocks noGrp="1" noChangeArrowheads="1"/>
          </p:cNvSpPr>
          <p:nvPr>
            <p:ph type="sldNum"/>
          </p:nvPr>
        </p:nvSpPr>
        <p:spPr>
          <a:ln/>
        </p:spPr>
        <p:txBody>
          <a:bodyPr/>
          <a:lstStyle/>
          <a:p>
            <a:fld id="{87092C20-2D89-49C1-AFB8-35BAFACD7089}" type="slidenum">
              <a:rPr lang="en-US" altLang="en-US"/>
              <a:pPr/>
              <a:t>5</a:t>
            </a:fld>
            <a:endParaRPr lang="en-US" altLang="en-US"/>
          </a:p>
        </p:txBody>
      </p:sp>
      <p:sp>
        <p:nvSpPr>
          <p:cNvPr id="17409" name="Rectangle 1">
            <a:extLst>
              <a:ext uri="{FF2B5EF4-FFF2-40B4-BE49-F238E27FC236}">
                <a16:creationId xmlns:a16="http://schemas.microsoft.com/office/drawing/2014/main" id="{B89A24EC-48D8-4B4F-BD81-221D783FB181}"/>
              </a:ext>
            </a:extLst>
          </p:cNvPr>
          <p:cNvSpPr txBox="1">
            <a:spLocks noGrp="1" noRot="1" noChangeAspect="1" noChangeArrowheads="1"/>
          </p:cNvSpPr>
          <p:nvPr>
            <p:ph type="sldImg"/>
          </p:nvPr>
        </p:nvSpPr>
        <p:spPr bwMode="auto">
          <a:xfrm>
            <a:off x="1716088" y="881063"/>
            <a:ext cx="5865812" cy="4398962"/>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7410" name="Rectangle 2">
            <a:extLst>
              <a:ext uri="{FF2B5EF4-FFF2-40B4-BE49-F238E27FC236}">
                <a16:creationId xmlns:a16="http://schemas.microsoft.com/office/drawing/2014/main" id="{397CF1F7-F01B-40B5-B560-98B95584DE0C}"/>
              </a:ext>
            </a:extLst>
          </p:cNvPr>
          <p:cNvSpPr txBox="1">
            <a:spLocks noGrp="1" noChangeArrowheads="1"/>
          </p:cNvSpPr>
          <p:nvPr>
            <p:ph type="body" idx="1"/>
          </p:nvPr>
        </p:nvSpPr>
        <p:spPr bwMode="auto">
          <a:xfrm>
            <a:off x="928688" y="5575300"/>
            <a:ext cx="7439025" cy="52800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39782882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14">
            <a:extLst>
              <a:ext uri="{FF2B5EF4-FFF2-40B4-BE49-F238E27FC236}">
                <a16:creationId xmlns:a16="http://schemas.microsoft.com/office/drawing/2014/main" id="{9D1D9F32-CCC2-433D-BE08-1F36ABE0B814}"/>
              </a:ext>
            </a:extLst>
          </p:cNvPr>
          <p:cNvSpPr>
            <a:spLocks noGrp="1" noChangeArrowheads="1"/>
          </p:cNvSpPr>
          <p:nvPr>
            <p:ph type="ftr"/>
          </p:nvPr>
        </p:nvSpPr>
        <p:spPr>
          <a:ln/>
        </p:spPr>
        <p:txBody>
          <a:bodyPr/>
          <a:lstStyle/>
          <a:p>
            <a:r>
              <a:rPr lang="en-US" altLang="en-US"/>
              <a:t>Page No. 1</a:t>
            </a:r>
          </a:p>
        </p:txBody>
      </p:sp>
      <p:sp>
        <p:nvSpPr>
          <p:cNvPr id="5" name="Rectangle 15">
            <a:extLst>
              <a:ext uri="{FF2B5EF4-FFF2-40B4-BE49-F238E27FC236}">
                <a16:creationId xmlns:a16="http://schemas.microsoft.com/office/drawing/2014/main" id="{3D04705D-8F3B-48A2-9D33-77B4BCB7D363}"/>
              </a:ext>
            </a:extLst>
          </p:cNvPr>
          <p:cNvSpPr>
            <a:spLocks noGrp="1" noChangeArrowheads="1"/>
          </p:cNvSpPr>
          <p:nvPr>
            <p:ph type="sldNum"/>
          </p:nvPr>
        </p:nvSpPr>
        <p:spPr>
          <a:ln/>
        </p:spPr>
        <p:txBody>
          <a:bodyPr/>
          <a:lstStyle/>
          <a:p>
            <a:fld id="{87092C20-2D89-49C1-AFB8-35BAFACD7089}" type="slidenum">
              <a:rPr lang="en-US" altLang="en-US"/>
              <a:pPr/>
              <a:t>6</a:t>
            </a:fld>
            <a:endParaRPr lang="en-US" altLang="en-US"/>
          </a:p>
        </p:txBody>
      </p:sp>
      <p:sp>
        <p:nvSpPr>
          <p:cNvPr id="17409" name="Rectangle 1">
            <a:extLst>
              <a:ext uri="{FF2B5EF4-FFF2-40B4-BE49-F238E27FC236}">
                <a16:creationId xmlns:a16="http://schemas.microsoft.com/office/drawing/2014/main" id="{B89A24EC-48D8-4B4F-BD81-221D783FB181}"/>
              </a:ext>
            </a:extLst>
          </p:cNvPr>
          <p:cNvSpPr txBox="1">
            <a:spLocks noGrp="1" noRot="1" noChangeAspect="1" noChangeArrowheads="1"/>
          </p:cNvSpPr>
          <p:nvPr>
            <p:ph type="sldImg"/>
          </p:nvPr>
        </p:nvSpPr>
        <p:spPr bwMode="auto">
          <a:xfrm>
            <a:off x="1716088" y="881063"/>
            <a:ext cx="5865812" cy="4398962"/>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7410" name="Rectangle 2">
            <a:extLst>
              <a:ext uri="{FF2B5EF4-FFF2-40B4-BE49-F238E27FC236}">
                <a16:creationId xmlns:a16="http://schemas.microsoft.com/office/drawing/2014/main" id="{397CF1F7-F01B-40B5-B560-98B95584DE0C}"/>
              </a:ext>
            </a:extLst>
          </p:cNvPr>
          <p:cNvSpPr txBox="1">
            <a:spLocks noGrp="1" noChangeArrowheads="1"/>
          </p:cNvSpPr>
          <p:nvPr>
            <p:ph type="body" idx="1"/>
          </p:nvPr>
        </p:nvSpPr>
        <p:spPr bwMode="auto">
          <a:xfrm>
            <a:off x="928688" y="5575300"/>
            <a:ext cx="7439025" cy="52800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31252313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14">
            <a:extLst>
              <a:ext uri="{FF2B5EF4-FFF2-40B4-BE49-F238E27FC236}">
                <a16:creationId xmlns:a16="http://schemas.microsoft.com/office/drawing/2014/main" id="{9D1D9F32-CCC2-433D-BE08-1F36ABE0B814}"/>
              </a:ext>
            </a:extLst>
          </p:cNvPr>
          <p:cNvSpPr>
            <a:spLocks noGrp="1" noChangeArrowheads="1"/>
          </p:cNvSpPr>
          <p:nvPr>
            <p:ph type="ftr"/>
          </p:nvPr>
        </p:nvSpPr>
        <p:spPr>
          <a:ln/>
        </p:spPr>
        <p:txBody>
          <a:bodyPr/>
          <a:lstStyle/>
          <a:p>
            <a:r>
              <a:rPr lang="en-US" altLang="en-US"/>
              <a:t>Page No. 1</a:t>
            </a:r>
          </a:p>
        </p:txBody>
      </p:sp>
      <p:sp>
        <p:nvSpPr>
          <p:cNvPr id="5" name="Rectangle 15">
            <a:extLst>
              <a:ext uri="{FF2B5EF4-FFF2-40B4-BE49-F238E27FC236}">
                <a16:creationId xmlns:a16="http://schemas.microsoft.com/office/drawing/2014/main" id="{3D04705D-8F3B-48A2-9D33-77B4BCB7D363}"/>
              </a:ext>
            </a:extLst>
          </p:cNvPr>
          <p:cNvSpPr>
            <a:spLocks noGrp="1" noChangeArrowheads="1"/>
          </p:cNvSpPr>
          <p:nvPr>
            <p:ph type="sldNum"/>
          </p:nvPr>
        </p:nvSpPr>
        <p:spPr>
          <a:ln/>
        </p:spPr>
        <p:txBody>
          <a:bodyPr/>
          <a:lstStyle/>
          <a:p>
            <a:fld id="{87092C20-2D89-49C1-AFB8-35BAFACD7089}" type="slidenum">
              <a:rPr lang="en-US" altLang="en-US"/>
              <a:pPr/>
              <a:t>7</a:t>
            </a:fld>
            <a:endParaRPr lang="en-US" altLang="en-US"/>
          </a:p>
        </p:txBody>
      </p:sp>
      <p:sp>
        <p:nvSpPr>
          <p:cNvPr id="17409" name="Rectangle 1">
            <a:extLst>
              <a:ext uri="{FF2B5EF4-FFF2-40B4-BE49-F238E27FC236}">
                <a16:creationId xmlns:a16="http://schemas.microsoft.com/office/drawing/2014/main" id="{B89A24EC-48D8-4B4F-BD81-221D783FB181}"/>
              </a:ext>
            </a:extLst>
          </p:cNvPr>
          <p:cNvSpPr txBox="1">
            <a:spLocks noGrp="1" noRot="1" noChangeAspect="1" noChangeArrowheads="1"/>
          </p:cNvSpPr>
          <p:nvPr>
            <p:ph type="sldImg"/>
          </p:nvPr>
        </p:nvSpPr>
        <p:spPr bwMode="auto">
          <a:xfrm>
            <a:off x="1716088" y="881063"/>
            <a:ext cx="5865812" cy="4398962"/>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7410" name="Rectangle 2">
            <a:extLst>
              <a:ext uri="{FF2B5EF4-FFF2-40B4-BE49-F238E27FC236}">
                <a16:creationId xmlns:a16="http://schemas.microsoft.com/office/drawing/2014/main" id="{397CF1F7-F01B-40B5-B560-98B95584DE0C}"/>
              </a:ext>
            </a:extLst>
          </p:cNvPr>
          <p:cNvSpPr txBox="1">
            <a:spLocks noGrp="1" noChangeArrowheads="1"/>
          </p:cNvSpPr>
          <p:nvPr>
            <p:ph type="body" idx="1"/>
          </p:nvPr>
        </p:nvSpPr>
        <p:spPr bwMode="auto">
          <a:xfrm>
            <a:off x="928688" y="5575300"/>
            <a:ext cx="7439025" cy="52800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26437510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14">
            <a:extLst>
              <a:ext uri="{FF2B5EF4-FFF2-40B4-BE49-F238E27FC236}">
                <a16:creationId xmlns:a16="http://schemas.microsoft.com/office/drawing/2014/main" id="{9D1D9F32-CCC2-433D-BE08-1F36ABE0B814}"/>
              </a:ext>
            </a:extLst>
          </p:cNvPr>
          <p:cNvSpPr>
            <a:spLocks noGrp="1" noChangeArrowheads="1"/>
          </p:cNvSpPr>
          <p:nvPr>
            <p:ph type="ftr"/>
          </p:nvPr>
        </p:nvSpPr>
        <p:spPr>
          <a:ln/>
        </p:spPr>
        <p:txBody>
          <a:bodyPr/>
          <a:lstStyle/>
          <a:p>
            <a:r>
              <a:rPr lang="en-US" altLang="en-US"/>
              <a:t>Page No. 1</a:t>
            </a:r>
          </a:p>
        </p:txBody>
      </p:sp>
      <p:sp>
        <p:nvSpPr>
          <p:cNvPr id="5" name="Rectangle 15">
            <a:extLst>
              <a:ext uri="{FF2B5EF4-FFF2-40B4-BE49-F238E27FC236}">
                <a16:creationId xmlns:a16="http://schemas.microsoft.com/office/drawing/2014/main" id="{3D04705D-8F3B-48A2-9D33-77B4BCB7D363}"/>
              </a:ext>
            </a:extLst>
          </p:cNvPr>
          <p:cNvSpPr>
            <a:spLocks noGrp="1" noChangeArrowheads="1"/>
          </p:cNvSpPr>
          <p:nvPr>
            <p:ph type="sldNum"/>
          </p:nvPr>
        </p:nvSpPr>
        <p:spPr>
          <a:ln/>
        </p:spPr>
        <p:txBody>
          <a:bodyPr/>
          <a:lstStyle/>
          <a:p>
            <a:fld id="{87092C20-2D89-49C1-AFB8-35BAFACD7089}" type="slidenum">
              <a:rPr lang="en-US" altLang="en-US"/>
              <a:pPr/>
              <a:t>8</a:t>
            </a:fld>
            <a:endParaRPr lang="en-US" altLang="en-US"/>
          </a:p>
        </p:txBody>
      </p:sp>
      <p:sp>
        <p:nvSpPr>
          <p:cNvPr id="17409" name="Rectangle 1">
            <a:extLst>
              <a:ext uri="{FF2B5EF4-FFF2-40B4-BE49-F238E27FC236}">
                <a16:creationId xmlns:a16="http://schemas.microsoft.com/office/drawing/2014/main" id="{B89A24EC-48D8-4B4F-BD81-221D783FB181}"/>
              </a:ext>
            </a:extLst>
          </p:cNvPr>
          <p:cNvSpPr txBox="1">
            <a:spLocks noGrp="1" noRot="1" noChangeAspect="1" noChangeArrowheads="1"/>
          </p:cNvSpPr>
          <p:nvPr>
            <p:ph type="sldImg"/>
          </p:nvPr>
        </p:nvSpPr>
        <p:spPr bwMode="auto">
          <a:xfrm>
            <a:off x="1716088" y="881063"/>
            <a:ext cx="5865812" cy="4398962"/>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7410" name="Rectangle 2">
            <a:extLst>
              <a:ext uri="{FF2B5EF4-FFF2-40B4-BE49-F238E27FC236}">
                <a16:creationId xmlns:a16="http://schemas.microsoft.com/office/drawing/2014/main" id="{397CF1F7-F01B-40B5-B560-98B95584DE0C}"/>
              </a:ext>
            </a:extLst>
          </p:cNvPr>
          <p:cNvSpPr txBox="1">
            <a:spLocks noGrp="1" noChangeArrowheads="1"/>
          </p:cNvSpPr>
          <p:nvPr>
            <p:ph type="body" idx="1"/>
          </p:nvPr>
        </p:nvSpPr>
        <p:spPr bwMode="auto">
          <a:xfrm>
            <a:off x="928688" y="5575300"/>
            <a:ext cx="7439025" cy="52800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7779933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14">
            <a:extLst>
              <a:ext uri="{FF2B5EF4-FFF2-40B4-BE49-F238E27FC236}">
                <a16:creationId xmlns:a16="http://schemas.microsoft.com/office/drawing/2014/main" id="{9D1D9F32-CCC2-433D-BE08-1F36ABE0B814}"/>
              </a:ext>
            </a:extLst>
          </p:cNvPr>
          <p:cNvSpPr>
            <a:spLocks noGrp="1" noChangeArrowheads="1"/>
          </p:cNvSpPr>
          <p:nvPr>
            <p:ph type="ftr"/>
          </p:nvPr>
        </p:nvSpPr>
        <p:spPr>
          <a:ln/>
        </p:spPr>
        <p:txBody>
          <a:bodyPr/>
          <a:lstStyle/>
          <a:p>
            <a:r>
              <a:rPr lang="en-US" altLang="en-US"/>
              <a:t>Page No. 1</a:t>
            </a:r>
          </a:p>
        </p:txBody>
      </p:sp>
      <p:sp>
        <p:nvSpPr>
          <p:cNvPr id="5" name="Rectangle 15">
            <a:extLst>
              <a:ext uri="{FF2B5EF4-FFF2-40B4-BE49-F238E27FC236}">
                <a16:creationId xmlns:a16="http://schemas.microsoft.com/office/drawing/2014/main" id="{3D04705D-8F3B-48A2-9D33-77B4BCB7D363}"/>
              </a:ext>
            </a:extLst>
          </p:cNvPr>
          <p:cNvSpPr>
            <a:spLocks noGrp="1" noChangeArrowheads="1"/>
          </p:cNvSpPr>
          <p:nvPr>
            <p:ph type="sldNum"/>
          </p:nvPr>
        </p:nvSpPr>
        <p:spPr>
          <a:ln/>
        </p:spPr>
        <p:txBody>
          <a:bodyPr/>
          <a:lstStyle/>
          <a:p>
            <a:fld id="{87092C20-2D89-49C1-AFB8-35BAFACD7089}" type="slidenum">
              <a:rPr lang="en-US" altLang="en-US"/>
              <a:pPr/>
              <a:t>9</a:t>
            </a:fld>
            <a:endParaRPr lang="en-US" altLang="en-US"/>
          </a:p>
        </p:txBody>
      </p:sp>
      <p:sp>
        <p:nvSpPr>
          <p:cNvPr id="17409" name="Rectangle 1">
            <a:extLst>
              <a:ext uri="{FF2B5EF4-FFF2-40B4-BE49-F238E27FC236}">
                <a16:creationId xmlns:a16="http://schemas.microsoft.com/office/drawing/2014/main" id="{B89A24EC-48D8-4B4F-BD81-221D783FB181}"/>
              </a:ext>
            </a:extLst>
          </p:cNvPr>
          <p:cNvSpPr txBox="1">
            <a:spLocks noGrp="1" noRot="1" noChangeAspect="1" noChangeArrowheads="1"/>
          </p:cNvSpPr>
          <p:nvPr>
            <p:ph type="sldImg"/>
          </p:nvPr>
        </p:nvSpPr>
        <p:spPr bwMode="auto">
          <a:xfrm>
            <a:off x="1716088" y="881063"/>
            <a:ext cx="5865812" cy="4398962"/>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7410" name="Rectangle 2">
            <a:extLst>
              <a:ext uri="{FF2B5EF4-FFF2-40B4-BE49-F238E27FC236}">
                <a16:creationId xmlns:a16="http://schemas.microsoft.com/office/drawing/2014/main" id="{397CF1F7-F01B-40B5-B560-98B95584DE0C}"/>
              </a:ext>
            </a:extLst>
          </p:cNvPr>
          <p:cNvSpPr txBox="1">
            <a:spLocks noGrp="1" noChangeArrowheads="1"/>
          </p:cNvSpPr>
          <p:nvPr>
            <p:ph type="body" idx="1"/>
          </p:nvPr>
        </p:nvSpPr>
        <p:spPr bwMode="auto">
          <a:xfrm>
            <a:off x="928688" y="5575300"/>
            <a:ext cx="7439025" cy="52800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22550931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14">
            <a:extLst>
              <a:ext uri="{FF2B5EF4-FFF2-40B4-BE49-F238E27FC236}">
                <a16:creationId xmlns:a16="http://schemas.microsoft.com/office/drawing/2014/main" id="{9D1D9F32-CCC2-433D-BE08-1F36ABE0B814}"/>
              </a:ext>
            </a:extLst>
          </p:cNvPr>
          <p:cNvSpPr>
            <a:spLocks noGrp="1" noChangeArrowheads="1"/>
          </p:cNvSpPr>
          <p:nvPr>
            <p:ph type="ftr"/>
          </p:nvPr>
        </p:nvSpPr>
        <p:spPr>
          <a:ln/>
        </p:spPr>
        <p:txBody>
          <a:bodyPr/>
          <a:lstStyle/>
          <a:p>
            <a:r>
              <a:rPr lang="en-US" altLang="en-US"/>
              <a:t>Page No. 1</a:t>
            </a:r>
          </a:p>
        </p:txBody>
      </p:sp>
      <p:sp>
        <p:nvSpPr>
          <p:cNvPr id="5" name="Rectangle 15">
            <a:extLst>
              <a:ext uri="{FF2B5EF4-FFF2-40B4-BE49-F238E27FC236}">
                <a16:creationId xmlns:a16="http://schemas.microsoft.com/office/drawing/2014/main" id="{3D04705D-8F3B-48A2-9D33-77B4BCB7D363}"/>
              </a:ext>
            </a:extLst>
          </p:cNvPr>
          <p:cNvSpPr>
            <a:spLocks noGrp="1" noChangeArrowheads="1"/>
          </p:cNvSpPr>
          <p:nvPr>
            <p:ph type="sldNum"/>
          </p:nvPr>
        </p:nvSpPr>
        <p:spPr>
          <a:ln/>
        </p:spPr>
        <p:txBody>
          <a:bodyPr/>
          <a:lstStyle/>
          <a:p>
            <a:fld id="{87092C20-2D89-49C1-AFB8-35BAFACD7089}" type="slidenum">
              <a:rPr lang="en-US" altLang="en-US"/>
              <a:pPr/>
              <a:t>10</a:t>
            </a:fld>
            <a:endParaRPr lang="en-US" altLang="en-US"/>
          </a:p>
        </p:txBody>
      </p:sp>
      <p:sp>
        <p:nvSpPr>
          <p:cNvPr id="17409" name="Rectangle 1">
            <a:extLst>
              <a:ext uri="{FF2B5EF4-FFF2-40B4-BE49-F238E27FC236}">
                <a16:creationId xmlns:a16="http://schemas.microsoft.com/office/drawing/2014/main" id="{B89A24EC-48D8-4B4F-BD81-221D783FB181}"/>
              </a:ext>
            </a:extLst>
          </p:cNvPr>
          <p:cNvSpPr txBox="1">
            <a:spLocks noGrp="1" noRot="1" noChangeAspect="1" noChangeArrowheads="1"/>
          </p:cNvSpPr>
          <p:nvPr>
            <p:ph type="sldImg"/>
          </p:nvPr>
        </p:nvSpPr>
        <p:spPr bwMode="auto">
          <a:xfrm>
            <a:off x="1716088" y="881063"/>
            <a:ext cx="5865812" cy="4398962"/>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7410" name="Rectangle 2">
            <a:extLst>
              <a:ext uri="{FF2B5EF4-FFF2-40B4-BE49-F238E27FC236}">
                <a16:creationId xmlns:a16="http://schemas.microsoft.com/office/drawing/2014/main" id="{397CF1F7-F01B-40B5-B560-98B95584DE0C}"/>
              </a:ext>
            </a:extLst>
          </p:cNvPr>
          <p:cNvSpPr txBox="1">
            <a:spLocks noGrp="1" noChangeArrowheads="1"/>
          </p:cNvSpPr>
          <p:nvPr>
            <p:ph type="body" idx="1"/>
          </p:nvPr>
        </p:nvSpPr>
        <p:spPr bwMode="auto">
          <a:xfrm>
            <a:off x="928688" y="5575300"/>
            <a:ext cx="7439025" cy="52800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42074620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14">
            <a:extLst>
              <a:ext uri="{FF2B5EF4-FFF2-40B4-BE49-F238E27FC236}">
                <a16:creationId xmlns:a16="http://schemas.microsoft.com/office/drawing/2014/main" id="{9D1D9F32-CCC2-433D-BE08-1F36ABE0B814}"/>
              </a:ext>
            </a:extLst>
          </p:cNvPr>
          <p:cNvSpPr>
            <a:spLocks noGrp="1" noChangeArrowheads="1"/>
          </p:cNvSpPr>
          <p:nvPr>
            <p:ph type="ftr"/>
          </p:nvPr>
        </p:nvSpPr>
        <p:spPr>
          <a:ln/>
        </p:spPr>
        <p:txBody>
          <a:bodyPr/>
          <a:lstStyle/>
          <a:p>
            <a:r>
              <a:rPr lang="en-US" altLang="en-US"/>
              <a:t>Page No. 1</a:t>
            </a:r>
          </a:p>
        </p:txBody>
      </p:sp>
      <p:sp>
        <p:nvSpPr>
          <p:cNvPr id="5" name="Rectangle 15">
            <a:extLst>
              <a:ext uri="{FF2B5EF4-FFF2-40B4-BE49-F238E27FC236}">
                <a16:creationId xmlns:a16="http://schemas.microsoft.com/office/drawing/2014/main" id="{3D04705D-8F3B-48A2-9D33-77B4BCB7D363}"/>
              </a:ext>
            </a:extLst>
          </p:cNvPr>
          <p:cNvSpPr>
            <a:spLocks noGrp="1" noChangeArrowheads="1"/>
          </p:cNvSpPr>
          <p:nvPr>
            <p:ph type="sldNum"/>
          </p:nvPr>
        </p:nvSpPr>
        <p:spPr>
          <a:ln/>
        </p:spPr>
        <p:txBody>
          <a:bodyPr/>
          <a:lstStyle/>
          <a:p>
            <a:fld id="{87092C20-2D89-49C1-AFB8-35BAFACD7089}" type="slidenum">
              <a:rPr lang="en-US" altLang="en-US"/>
              <a:pPr/>
              <a:t>11</a:t>
            </a:fld>
            <a:endParaRPr lang="en-US" altLang="en-US"/>
          </a:p>
        </p:txBody>
      </p:sp>
      <p:sp>
        <p:nvSpPr>
          <p:cNvPr id="17409" name="Rectangle 1">
            <a:extLst>
              <a:ext uri="{FF2B5EF4-FFF2-40B4-BE49-F238E27FC236}">
                <a16:creationId xmlns:a16="http://schemas.microsoft.com/office/drawing/2014/main" id="{B89A24EC-48D8-4B4F-BD81-221D783FB181}"/>
              </a:ext>
            </a:extLst>
          </p:cNvPr>
          <p:cNvSpPr txBox="1">
            <a:spLocks noGrp="1" noRot="1" noChangeAspect="1" noChangeArrowheads="1"/>
          </p:cNvSpPr>
          <p:nvPr>
            <p:ph type="sldImg"/>
          </p:nvPr>
        </p:nvSpPr>
        <p:spPr bwMode="auto">
          <a:xfrm>
            <a:off x="1716088" y="881063"/>
            <a:ext cx="5865812" cy="4398962"/>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7410" name="Rectangle 2">
            <a:extLst>
              <a:ext uri="{FF2B5EF4-FFF2-40B4-BE49-F238E27FC236}">
                <a16:creationId xmlns:a16="http://schemas.microsoft.com/office/drawing/2014/main" id="{397CF1F7-F01B-40B5-B560-98B95584DE0C}"/>
              </a:ext>
            </a:extLst>
          </p:cNvPr>
          <p:cNvSpPr txBox="1">
            <a:spLocks noGrp="1" noChangeArrowheads="1"/>
          </p:cNvSpPr>
          <p:nvPr>
            <p:ph type="body" idx="1"/>
          </p:nvPr>
        </p:nvSpPr>
        <p:spPr bwMode="auto">
          <a:xfrm>
            <a:off x="928688" y="5575300"/>
            <a:ext cx="7439025" cy="52800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30664856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14">
            <a:extLst>
              <a:ext uri="{FF2B5EF4-FFF2-40B4-BE49-F238E27FC236}">
                <a16:creationId xmlns:a16="http://schemas.microsoft.com/office/drawing/2014/main" id="{9D1D9F32-CCC2-433D-BE08-1F36ABE0B814}"/>
              </a:ext>
            </a:extLst>
          </p:cNvPr>
          <p:cNvSpPr>
            <a:spLocks noGrp="1" noChangeArrowheads="1"/>
          </p:cNvSpPr>
          <p:nvPr>
            <p:ph type="ftr"/>
          </p:nvPr>
        </p:nvSpPr>
        <p:spPr>
          <a:ln/>
        </p:spPr>
        <p:txBody>
          <a:bodyPr/>
          <a:lstStyle/>
          <a:p>
            <a:r>
              <a:rPr lang="en-US" altLang="en-US"/>
              <a:t>Page No. 1</a:t>
            </a:r>
          </a:p>
        </p:txBody>
      </p:sp>
      <p:sp>
        <p:nvSpPr>
          <p:cNvPr id="5" name="Rectangle 15">
            <a:extLst>
              <a:ext uri="{FF2B5EF4-FFF2-40B4-BE49-F238E27FC236}">
                <a16:creationId xmlns:a16="http://schemas.microsoft.com/office/drawing/2014/main" id="{3D04705D-8F3B-48A2-9D33-77B4BCB7D363}"/>
              </a:ext>
            </a:extLst>
          </p:cNvPr>
          <p:cNvSpPr>
            <a:spLocks noGrp="1" noChangeArrowheads="1"/>
          </p:cNvSpPr>
          <p:nvPr>
            <p:ph type="sldNum"/>
          </p:nvPr>
        </p:nvSpPr>
        <p:spPr>
          <a:ln/>
        </p:spPr>
        <p:txBody>
          <a:bodyPr/>
          <a:lstStyle/>
          <a:p>
            <a:fld id="{87092C20-2D89-49C1-AFB8-35BAFACD7089}" type="slidenum">
              <a:rPr lang="en-US" altLang="en-US"/>
              <a:pPr/>
              <a:t>12</a:t>
            </a:fld>
            <a:endParaRPr lang="en-US" altLang="en-US"/>
          </a:p>
        </p:txBody>
      </p:sp>
      <p:sp>
        <p:nvSpPr>
          <p:cNvPr id="17409" name="Rectangle 1">
            <a:extLst>
              <a:ext uri="{FF2B5EF4-FFF2-40B4-BE49-F238E27FC236}">
                <a16:creationId xmlns:a16="http://schemas.microsoft.com/office/drawing/2014/main" id="{B89A24EC-48D8-4B4F-BD81-221D783FB181}"/>
              </a:ext>
            </a:extLst>
          </p:cNvPr>
          <p:cNvSpPr txBox="1">
            <a:spLocks noGrp="1" noRot="1" noChangeAspect="1" noChangeArrowheads="1"/>
          </p:cNvSpPr>
          <p:nvPr>
            <p:ph type="sldImg"/>
          </p:nvPr>
        </p:nvSpPr>
        <p:spPr bwMode="auto">
          <a:xfrm>
            <a:off x="1716088" y="881063"/>
            <a:ext cx="5865812" cy="4398962"/>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7410" name="Rectangle 2">
            <a:extLst>
              <a:ext uri="{FF2B5EF4-FFF2-40B4-BE49-F238E27FC236}">
                <a16:creationId xmlns:a16="http://schemas.microsoft.com/office/drawing/2014/main" id="{397CF1F7-F01B-40B5-B560-98B95584DE0C}"/>
              </a:ext>
            </a:extLst>
          </p:cNvPr>
          <p:cNvSpPr txBox="1">
            <a:spLocks noGrp="1" noChangeArrowheads="1"/>
          </p:cNvSpPr>
          <p:nvPr>
            <p:ph type="body" idx="1"/>
          </p:nvPr>
        </p:nvSpPr>
        <p:spPr bwMode="auto">
          <a:xfrm>
            <a:off x="928688" y="5575300"/>
            <a:ext cx="7439025" cy="52800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33817626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14">
            <a:extLst>
              <a:ext uri="{FF2B5EF4-FFF2-40B4-BE49-F238E27FC236}">
                <a16:creationId xmlns:a16="http://schemas.microsoft.com/office/drawing/2014/main" id="{9D1D9F32-CCC2-433D-BE08-1F36ABE0B814}"/>
              </a:ext>
            </a:extLst>
          </p:cNvPr>
          <p:cNvSpPr>
            <a:spLocks noGrp="1" noChangeArrowheads="1"/>
          </p:cNvSpPr>
          <p:nvPr>
            <p:ph type="ftr"/>
          </p:nvPr>
        </p:nvSpPr>
        <p:spPr>
          <a:ln/>
        </p:spPr>
        <p:txBody>
          <a:bodyPr/>
          <a:lstStyle/>
          <a:p>
            <a:r>
              <a:rPr lang="en-US" altLang="en-US"/>
              <a:t>Page No. 1</a:t>
            </a:r>
          </a:p>
        </p:txBody>
      </p:sp>
      <p:sp>
        <p:nvSpPr>
          <p:cNvPr id="5" name="Rectangle 15">
            <a:extLst>
              <a:ext uri="{FF2B5EF4-FFF2-40B4-BE49-F238E27FC236}">
                <a16:creationId xmlns:a16="http://schemas.microsoft.com/office/drawing/2014/main" id="{3D04705D-8F3B-48A2-9D33-77B4BCB7D363}"/>
              </a:ext>
            </a:extLst>
          </p:cNvPr>
          <p:cNvSpPr>
            <a:spLocks noGrp="1" noChangeArrowheads="1"/>
          </p:cNvSpPr>
          <p:nvPr>
            <p:ph type="sldNum"/>
          </p:nvPr>
        </p:nvSpPr>
        <p:spPr>
          <a:ln/>
        </p:spPr>
        <p:txBody>
          <a:bodyPr/>
          <a:lstStyle/>
          <a:p>
            <a:fld id="{87092C20-2D89-49C1-AFB8-35BAFACD7089}" type="slidenum">
              <a:rPr lang="en-US" altLang="en-US"/>
              <a:pPr/>
              <a:t>13</a:t>
            </a:fld>
            <a:endParaRPr lang="en-US" altLang="en-US"/>
          </a:p>
        </p:txBody>
      </p:sp>
      <p:sp>
        <p:nvSpPr>
          <p:cNvPr id="17409" name="Rectangle 1">
            <a:extLst>
              <a:ext uri="{FF2B5EF4-FFF2-40B4-BE49-F238E27FC236}">
                <a16:creationId xmlns:a16="http://schemas.microsoft.com/office/drawing/2014/main" id="{B89A24EC-48D8-4B4F-BD81-221D783FB181}"/>
              </a:ext>
            </a:extLst>
          </p:cNvPr>
          <p:cNvSpPr txBox="1">
            <a:spLocks noGrp="1" noRot="1" noChangeAspect="1" noChangeArrowheads="1"/>
          </p:cNvSpPr>
          <p:nvPr>
            <p:ph type="sldImg"/>
          </p:nvPr>
        </p:nvSpPr>
        <p:spPr bwMode="auto">
          <a:xfrm>
            <a:off x="1716088" y="881063"/>
            <a:ext cx="5865812" cy="4398962"/>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7410" name="Rectangle 2">
            <a:extLst>
              <a:ext uri="{FF2B5EF4-FFF2-40B4-BE49-F238E27FC236}">
                <a16:creationId xmlns:a16="http://schemas.microsoft.com/office/drawing/2014/main" id="{397CF1F7-F01B-40B5-B560-98B95584DE0C}"/>
              </a:ext>
            </a:extLst>
          </p:cNvPr>
          <p:cNvSpPr txBox="1">
            <a:spLocks noGrp="1" noChangeArrowheads="1"/>
          </p:cNvSpPr>
          <p:nvPr>
            <p:ph type="body" idx="1"/>
          </p:nvPr>
        </p:nvSpPr>
        <p:spPr bwMode="auto">
          <a:xfrm>
            <a:off x="928688" y="5575300"/>
            <a:ext cx="7439025" cy="52800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25286522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14">
            <a:extLst>
              <a:ext uri="{FF2B5EF4-FFF2-40B4-BE49-F238E27FC236}">
                <a16:creationId xmlns:a16="http://schemas.microsoft.com/office/drawing/2014/main" id="{9D1D9F32-CCC2-433D-BE08-1F36ABE0B814}"/>
              </a:ext>
            </a:extLst>
          </p:cNvPr>
          <p:cNvSpPr>
            <a:spLocks noGrp="1" noChangeArrowheads="1"/>
          </p:cNvSpPr>
          <p:nvPr>
            <p:ph type="ftr"/>
          </p:nvPr>
        </p:nvSpPr>
        <p:spPr>
          <a:ln/>
        </p:spPr>
        <p:txBody>
          <a:bodyPr/>
          <a:lstStyle/>
          <a:p>
            <a:r>
              <a:rPr lang="en-US" altLang="en-US"/>
              <a:t>Page No. 1</a:t>
            </a:r>
          </a:p>
        </p:txBody>
      </p:sp>
      <p:sp>
        <p:nvSpPr>
          <p:cNvPr id="5" name="Rectangle 15">
            <a:extLst>
              <a:ext uri="{FF2B5EF4-FFF2-40B4-BE49-F238E27FC236}">
                <a16:creationId xmlns:a16="http://schemas.microsoft.com/office/drawing/2014/main" id="{3D04705D-8F3B-48A2-9D33-77B4BCB7D363}"/>
              </a:ext>
            </a:extLst>
          </p:cNvPr>
          <p:cNvSpPr>
            <a:spLocks noGrp="1" noChangeArrowheads="1"/>
          </p:cNvSpPr>
          <p:nvPr>
            <p:ph type="sldNum"/>
          </p:nvPr>
        </p:nvSpPr>
        <p:spPr>
          <a:ln/>
        </p:spPr>
        <p:txBody>
          <a:bodyPr/>
          <a:lstStyle/>
          <a:p>
            <a:fld id="{87092C20-2D89-49C1-AFB8-35BAFACD7089}" type="slidenum">
              <a:rPr lang="en-US" altLang="en-US"/>
              <a:pPr/>
              <a:t>14</a:t>
            </a:fld>
            <a:endParaRPr lang="en-US" altLang="en-US"/>
          </a:p>
        </p:txBody>
      </p:sp>
      <p:sp>
        <p:nvSpPr>
          <p:cNvPr id="17409" name="Rectangle 1">
            <a:extLst>
              <a:ext uri="{FF2B5EF4-FFF2-40B4-BE49-F238E27FC236}">
                <a16:creationId xmlns:a16="http://schemas.microsoft.com/office/drawing/2014/main" id="{B89A24EC-48D8-4B4F-BD81-221D783FB181}"/>
              </a:ext>
            </a:extLst>
          </p:cNvPr>
          <p:cNvSpPr txBox="1">
            <a:spLocks noGrp="1" noRot="1" noChangeAspect="1" noChangeArrowheads="1"/>
          </p:cNvSpPr>
          <p:nvPr>
            <p:ph type="sldImg"/>
          </p:nvPr>
        </p:nvSpPr>
        <p:spPr bwMode="auto">
          <a:xfrm>
            <a:off x="1716088" y="881063"/>
            <a:ext cx="5865812" cy="4398962"/>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7410" name="Rectangle 2">
            <a:extLst>
              <a:ext uri="{FF2B5EF4-FFF2-40B4-BE49-F238E27FC236}">
                <a16:creationId xmlns:a16="http://schemas.microsoft.com/office/drawing/2014/main" id="{397CF1F7-F01B-40B5-B560-98B95584DE0C}"/>
              </a:ext>
            </a:extLst>
          </p:cNvPr>
          <p:cNvSpPr txBox="1">
            <a:spLocks noGrp="1" noChangeArrowheads="1"/>
          </p:cNvSpPr>
          <p:nvPr>
            <p:ph type="body" idx="1"/>
          </p:nvPr>
        </p:nvSpPr>
        <p:spPr bwMode="auto">
          <a:xfrm>
            <a:off x="928688" y="5575300"/>
            <a:ext cx="7439025" cy="52800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1163316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14">
            <a:extLst>
              <a:ext uri="{FF2B5EF4-FFF2-40B4-BE49-F238E27FC236}">
                <a16:creationId xmlns:a16="http://schemas.microsoft.com/office/drawing/2014/main" id="{9D1D9F32-CCC2-433D-BE08-1F36ABE0B814}"/>
              </a:ext>
            </a:extLst>
          </p:cNvPr>
          <p:cNvSpPr>
            <a:spLocks noGrp="1" noChangeArrowheads="1"/>
          </p:cNvSpPr>
          <p:nvPr>
            <p:ph type="ftr"/>
          </p:nvPr>
        </p:nvSpPr>
        <p:spPr>
          <a:ln/>
        </p:spPr>
        <p:txBody>
          <a:bodyPr/>
          <a:lstStyle/>
          <a:p>
            <a:r>
              <a:rPr lang="en-US" altLang="en-US"/>
              <a:t>Page No. 1</a:t>
            </a:r>
          </a:p>
        </p:txBody>
      </p:sp>
      <p:sp>
        <p:nvSpPr>
          <p:cNvPr id="5" name="Rectangle 15">
            <a:extLst>
              <a:ext uri="{FF2B5EF4-FFF2-40B4-BE49-F238E27FC236}">
                <a16:creationId xmlns:a16="http://schemas.microsoft.com/office/drawing/2014/main" id="{3D04705D-8F3B-48A2-9D33-77B4BCB7D363}"/>
              </a:ext>
            </a:extLst>
          </p:cNvPr>
          <p:cNvSpPr>
            <a:spLocks noGrp="1" noChangeArrowheads="1"/>
          </p:cNvSpPr>
          <p:nvPr>
            <p:ph type="sldNum"/>
          </p:nvPr>
        </p:nvSpPr>
        <p:spPr>
          <a:ln/>
        </p:spPr>
        <p:txBody>
          <a:bodyPr/>
          <a:lstStyle/>
          <a:p>
            <a:fld id="{87092C20-2D89-49C1-AFB8-35BAFACD7089}" type="slidenum">
              <a:rPr lang="en-US" altLang="en-US"/>
              <a:pPr/>
              <a:t>15</a:t>
            </a:fld>
            <a:endParaRPr lang="en-US" altLang="en-US"/>
          </a:p>
        </p:txBody>
      </p:sp>
      <p:sp>
        <p:nvSpPr>
          <p:cNvPr id="17409" name="Rectangle 1">
            <a:extLst>
              <a:ext uri="{FF2B5EF4-FFF2-40B4-BE49-F238E27FC236}">
                <a16:creationId xmlns:a16="http://schemas.microsoft.com/office/drawing/2014/main" id="{B89A24EC-48D8-4B4F-BD81-221D783FB181}"/>
              </a:ext>
            </a:extLst>
          </p:cNvPr>
          <p:cNvSpPr txBox="1">
            <a:spLocks noGrp="1" noRot="1" noChangeAspect="1" noChangeArrowheads="1"/>
          </p:cNvSpPr>
          <p:nvPr>
            <p:ph type="sldImg"/>
          </p:nvPr>
        </p:nvSpPr>
        <p:spPr bwMode="auto">
          <a:xfrm>
            <a:off x="1716088" y="881063"/>
            <a:ext cx="5865812" cy="4398962"/>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7410" name="Rectangle 2">
            <a:extLst>
              <a:ext uri="{FF2B5EF4-FFF2-40B4-BE49-F238E27FC236}">
                <a16:creationId xmlns:a16="http://schemas.microsoft.com/office/drawing/2014/main" id="{397CF1F7-F01B-40B5-B560-98B95584DE0C}"/>
              </a:ext>
            </a:extLst>
          </p:cNvPr>
          <p:cNvSpPr txBox="1">
            <a:spLocks noGrp="1" noChangeArrowheads="1"/>
          </p:cNvSpPr>
          <p:nvPr>
            <p:ph type="body" idx="1"/>
          </p:nvPr>
        </p:nvSpPr>
        <p:spPr bwMode="auto">
          <a:xfrm>
            <a:off x="928688" y="5575300"/>
            <a:ext cx="7439025" cy="52800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16304139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14">
            <a:extLst>
              <a:ext uri="{FF2B5EF4-FFF2-40B4-BE49-F238E27FC236}">
                <a16:creationId xmlns:a16="http://schemas.microsoft.com/office/drawing/2014/main" id="{9D1D9F32-CCC2-433D-BE08-1F36ABE0B814}"/>
              </a:ext>
            </a:extLst>
          </p:cNvPr>
          <p:cNvSpPr>
            <a:spLocks noGrp="1" noChangeArrowheads="1"/>
          </p:cNvSpPr>
          <p:nvPr>
            <p:ph type="ftr"/>
          </p:nvPr>
        </p:nvSpPr>
        <p:spPr>
          <a:ln/>
        </p:spPr>
        <p:txBody>
          <a:bodyPr/>
          <a:lstStyle/>
          <a:p>
            <a:r>
              <a:rPr lang="en-US" altLang="en-US"/>
              <a:t>Page No. 1</a:t>
            </a:r>
          </a:p>
        </p:txBody>
      </p:sp>
      <p:sp>
        <p:nvSpPr>
          <p:cNvPr id="5" name="Rectangle 15">
            <a:extLst>
              <a:ext uri="{FF2B5EF4-FFF2-40B4-BE49-F238E27FC236}">
                <a16:creationId xmlns:a16="http://schemas.microsoft.com/office/drawing/2014/main" id="{3D04705D-8F3B-48A2-9D33-77B4BCB7D363}"/>
              </a:ext>
            </a:extLst>
          </p:cNvPr>
          <p:cNvSpPr>
            <a:spLocks noGrp="1" noChangeArrowheads="1"/>
          </p:cNvSpPr>
          <p:nvPr>
            <p:ph type="sldNum"/>
          </p:nvPr>
        </p:nvSpPr>
        <p:spPr>
          <a:ln/>
        </p:spPr>
        <p:txBody>
          <a:bodyPr/>
          <a:lstStyle/>
          <a:p>
            <a:fld id="{87092C20-2D89-49C1-AFB8-35BAFACD7089}" type="slidenum">
              <a:rPr lang="en-US" altLang="en-US"/>
              <a:pPr/>
              <a:t>16</a:t>
            </a:fld>
            <a:endParaRPr lang="en-US" altLang="en-US"/>
          </a:p>
        </p:txBody>
      </p:sp>
      <p:sp>
        <p:nvSpPr>
          <p:cNvPr id="17409" name="Rectangle 1">
            <a:extLst>
              <a:ext uri="{FF2B5EF4-FFF2-40B4-BE49-F238E27FC236}">
                <a16:creationId xmlns:a16="http://schemas.microsoft.com/office/drawing/2014/main" id="{B89A24EC-48D8-4B4F-BD81-221D783FB181}"/>
              </a:ext>
            </a:extLst>
          </p:cNvPr>
          <p:cNvSpPr txBox="1">
            <a:spLocks noGrp="1" noRot="1" noChangeAspect="1" noChangeArrowheads="1"/>
          </p:cNvSpPr>
          <p:nvPr>
            <p:ph type="sldImg"/>
          </p:nvPr>
        </p:nvSpPr>
        <p:spPr bwMode="auto">
          <a:xfrm>
            <a:off x="1716088" y="881063"/>
            <a:ext cx="5865812" cy="4398962"/>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7410" name="Rectangle 2">
            <a:extLst>
              <a:ext uri="{FF2B5EF4-FFF2-40B4-BE49-F238E27FC236}">
                <a16:creationId xmlns:a16="http://schemas.microsoft.com/office/drawing/2014/main" id="{397CF1F7-F01B-40B5-B560-98B95584DE0C}"/>
              </a:ext>
            </a:extLst>
          </p:cNvPr>
          <p:cNvSpPr txBox="1">
            <a:spLocks noGrp="1" noChangeArrowheads="1"/>
          </p:cNvSpPr>
          <p:nvPr>
            <p:ph type="body" idx="1"/>
          </p:nvPr>
        </p:nvSpPr>
        <p:spPr bwMode="auto">
          <a:xfrm>
            <a:off x="928688" y="5575300"/>
            <a:ext cx="7439025" cy="52800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40691029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14">
            <a:extLst>
              <a:ext uri="{FF2B5EF4-FFF2-40B4-BE49-F238E27FC236}">
                <a16:creationId xmlns:a16="http://schemas.microsoft.com/office/drawing/2014/main" id="{9D1D9F32-CCC2-433D-BE08-1F36ABE0B814}"/>
              </a:ext>
            </a:extLst>
          </p:cNvPr>
          <p:cNvSpPr>
            <a:spLocks noGrp="1" noChangeArrowheads="1"/>
          </p:cNvSpPr>
          <p:nvPr>
            <p:ph type="ftr"/>
          </p:nvPr>
        </p:nvSpPr>
        <p:spPr>
          <a:ln/>
        </p:spPr>
        <p:txBody>
          <a:bodyPr/>
          <a:lstStyle/>
          <a:p>
            <a:r>
              <a:rPr lang="en-US" altLang="en-US"/>
              <a:t>Page No. 1</a:t>
            </a:r>
          </a:p>
        </p:txBody>
      </p:sp>
      <p:sp>
        <p:nvSpPr>
          <p:cNvPr id="5" name="Rectangle 15">
            <a:extLst>
              <a:ext uri="{FF2B5EF4-FFF2-40B4-BE49-F238E27FC236}">
                <a16:creationId xmlns:a16="http://schemas.microsoft.com/office/drawing/2014/main" id="{3D04705D-8F3B-48A2-9D33-77B4BCB7D363}"/>
              </a:ext>
            </a:extLst>
          </p:cNvPr>
          <p:cNvSpPr>
            <a:spLocks noGrp="1" noChangeArrowheads="1"/>
          </p:cNvSpPr>
          <p:nvPr>
            <p:ph type="sldNum"/>
          </p:nvPr>
        </p:nvSpPr>
        <p:spPr>
          <a:ln/>
        </p:spPr>
        <p:txBody>
          <a:bodyPr/>
          <a:lstStyle/>
          <a:p>
            <a:fld id="{87092C20-2D89-49C1-AFB8-35BAFACD7089}" type="slidenum">
              <a:rPr lang="en-US" altLang="en-US"/>
              <a:pPr/>
              <a:t>17</a:t>
            </a:fld>
            <a:endParaRPr lang="en-US" altLang="en-US"/>
          </a:p>
        </p:txBody>
      </p:sp>
      <p:sp>
        <p:nvSpPr>
          <p:cNvPr id="17409" name="Rectangle 1">
            <a:extLst>
              <a:ext uri="{FF2B5EF4-FFF2-40B4-BE49-F238E27FC236}">
                <a16:creationId xmlns:a16="http://schemas.microsoft.com/office/drawing/2014/main" id="{B89A24EC-48D8-4B4F-BD81-221D783FB181}"/>
              </a:ext>
            </a:extLst>
          </p:cNvPr>
          <p:cNvSpPr txBox="1">
            <a:spLocks noGrp="1" noRot="1" noChangeAspect="1" noChangeArrowheads="1"/>
          </p:cNvSpPr>
          <p:nvPr>
            <p:ph type="sldImg"/>
          </p:nvPr>
        </p:nvSpPr>
        <p:spPr bwMode="auto">
          <a:xfrm>
            <a:off x="1716088" y="881063"/>
            <a:ext cx="5865812" cy="4398962"/>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7410" name="Rectangle 2">
            <a:extLst>
              <a:ext uri="{FF2B5EF4-FFF2-40B4-BE49-F238E27FC236}">
                <a16:creationId xmlns:a16="http://schemas.microsoft.com/office/drawing/2014/main" id="{397CF1F7-F01B-40B5-B560-98B95584DE0C}"/>
              </a:ext>
            </a:extLst>
          </p:cNvPr>
          <p:cNvSpPr txBox="1">
            <a:spLocks noGrp="1" noChangeArrowheads="1"/>
          </p:cNvSpPr>
          <p:nvPr>
            <p:ph type="body" idx="1"/>
          </p:nvPr>
        </p:nvSpPr>
        <p:spPr bwMode="auto">
          <a:xfrm>
            <a:off x="928688" y="5575300"/>
            <a:ext cx="7439025" cy="52800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6440019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14">
            <a:extLst>
              <a:ext uri="{FF2B5EF4-FFF2-40B4-BE49-F238E27FC236}">
                <a16:creationId xmlns:a16="http://schemas.microsoft.com/office/drawing/2014/main" id="{9D1D9F32-CCC2-433D-BE08-1F36ABE0B814}"/>
              </a:ext>
            </a:extLst>
          </p:cNvPr>
          <p:cNvSpPr>
            <a:spLocks noGrp="1" noChangeArrowheads="1"/>
          </p:cNvSpPr>
          <p:nvPr>
            <p:ph type="ftr"/>
          </p:nvPr>
        </p:nvSpPr>
        <p:spPr>
          <a:ln/>
        </p:spPr>
        <p:txBody>
          <a:bodyPr/>
          <a:lstStyle/>
          <a:p>
            <a:r>
              <a:rPr lang="en-US" altLang="en-US"/>
              <a:t>Page No. 1</a:t>
            </a:r>
          </a:p>
        </p:txBody>
      </p:sp>
      <p:sp>
        <p:nvSpPr>
          <p:cNvPr id="5" name="Rectangle 15">
            <a:extLst>
              <a:ext uri="{FF2B5EF4-FFF2-40B4-BE49-F238E27FC236}">
                <a16:creationId xmlns:a16="http://schemas.microsoft.com/office/drawing/2014/main" id="{3D04705D-8F3B-48A2-9D33-77B4BCB7D363}"/>
              </a:ext>
            </a:extLst>
          </p:cNvPr>
          <p:cNvSpPr>
            <a:spLocks noGrp="1" noChangeArrowheads="1"/>
          </p:cNvSpPr>
          <p:nvPr>
            <p:ph type="sldNum"/>
          </p:nvPr>
        </p:nvSpPr>
        <p:spPr>
          <a:ln/>
        </p:spPr>
        <p:txBody>
          <a:bodyPr/>
          <a:lstStyle/>
          <a:p>
            <a:fld id="{87092C20-2D89-49C1-AFB8-35BAFACD7089}" type="slidenum">
              <a:rPr lang="en-US" altLang="en-US"/>
              <a:pPr/>
              <a:t>18</a:t>
            </a:fld>
            <a:endParaRPr lang="en-US" altLang="en-US"/>
          </a:p>
        </p:txBody>
      </p:sp>
      <p:sp>
        <p:nvSpPr>
          <p:cNvPr id="17409" name="Rectangle 1">
            <a:extLst>
              <a:ext uri="{FF2B5EF4-FFF2-40B4-BE49-F238E27FC236}">
                <a16:creationId xmlns:a16="http://schemas.microsoft.com/office/drawing/2014/main" id="{B89A24EC-48D8-4B4F-BD81-221D783FB181}"/>
              </a:ext>
            </a:extLst>
          </p:cNvPr>
          <p:cNvSpPr txBox="1">
            <a:spLocks noGrp="1" noRot="1" noChangeAspect="1" noChangeArrowheads="1"/>
          </p:cNvSpPr>
          <p:nvPr>
            <p:ph type="sldImg"/>
          </p:nvPr>
        </p:nvSpPr>
        <p:spPr bwMode="auto">
          <a:xfrm>
            <a:off x="1716088" y="881063"/>
            <a:ext cx="5865812" cy="4398962"/>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7410" name="Rectangle 2">
            <a:extLst>
              <a:ext uri="{FF2B5EF4-FFF2-40B4-BE49-F238E27FC236}">
                <a16:creationId xmlns:a16="http://schemas.microsoft.com/office/drawing/2014/main" id="{397CF1F7-F01B-40B5-B560-98B95584DE0C}"/>
              </a:ext>
            </a:extLst>
          </p:cNvPr>
          <p:cNvSpPr txBox="1">
            <a:spLocks noGrp="1" noChangeArrowheads="1"/>
          </p:cNvSpPr>
          <p:nvPr>
            <p:ph type="body" idx="1"/>
          </p:nvPr>
        </p:nvSpPr>
        <p:spPr bwMode="auto">
          <a:xfrm>
            <a:off x="928688" y="5575300"/>
            <a:ext cx="7439025" cy="52800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4481290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14">
            <a:extLst>
              <a:ext uri="{FF2B5EF4-FFF2-40B4-BE49-F238E27FC236}">
                <a16:creationId xmlns:a16="http://schemas.microsoft.com/office/drawing/2014/main" id="{9D1D9F32-CCC2-433D-BE08-1F36ABE0B814}"/>
              </a:ext>
            </a:extLst>
          </p:cNvPr>
          <p:cNvSpPr>
            <a:spLocks noGrp="1" noChangeArrowheads="1"/>
          </p:cNvSpPr>
          <p:nvPr>
            <p:ph type="ftr"/>
          </p:nvPr>
        </p:nvSpPr>
        <p:spPr>
          <a:ln/>
        </p:spPr>
        <p:txBody>
          <a:bodyPr/>
          <a:lstStyle/>
          <a:p>
            <a:r>
              <a:rPr lang="en-US" altLang="en-US"/>
              <a:t>Page No. 1</a:t>
            </a:r>
          </a:p>
        </p:txBody>
      </p:sp>
      <p:sp>
        <p:nvSpPr>
          <p:cNvPr id="5" name="Rectangle 15">
            <a:extLst>
              <a:ext uri="{FF2B5EF4-FFF2-40B4-BE49-F238E27FC236}">
                <a16:creationId xmlns:a16="http://schemas.microsoft.com/office/drawing/2014/main" id="{3D04705D-8F3B-48A2-9D33-77B4BCB7D363}"/>
              </a:ext>
            </a:extLst>
          </p:cNvPr>
          <p:cNvSpPr>
            <a:spLocks noGrp="1" noChangeArrowheads="1"/>
          </p:cNvSpPr>
          <p:nvPr>
            <p:ph type="sldNum"/>
          </p:nvPr>
        </p:nvSpPr>
        <p:spPr>
          <a:ln/>
        </p:spPr>
        <p:txBody>
          <a:bodyPr/>
          <a:lstStyle/>
          <a:p>
            <a:fld id="{87092C20-2D89-49C1-AFB8-35BAFACD7089}" type="slidenum">
              <a:rPr lang="en-US" altLang="en-US"/>
              <a:pPr/>
              <a:t>19</a:t>
            </a:fld>
            <a:endParaRPr lang="en-US" altLang="en-US"/>
          </a:p>
        </p:txBody>
      </p:sp>
      <p:sp>
        <p:nvSpPr>
          <p:cNvPr id="17409" name="Rectangle 1">
            <a:extLst>
              <a:ext uri="{FF2B5EF4-FFF2-40B4-BE49-F238E27FC236}">
                <a16:creationId xmlns:a16="http://schemas.microsoft.com/office/drawing/2014/main" id="{B89A24EC-48D8-4B4F-BD81-221D783FB181}"/>
              </a:ext>
            </a:extLst>
          </p:cNvPr>
          <p:cNvSpPr txBox="1">
            <a:spLocks noGrp="1" noRot="1" noChangeAspect="1" noChangeArrowheads="1"/>
          </p:cNvSpPr>
          <p:nvPr>
            <p:ph type="sldImg"/>
          </p:nvPr>
        </p:nvSpPr>
        <p:spPr bwMode="auto">
          <a:xfrm>
            <a:off x="1716088" y="881063"/>
            <a:ext cx="5865812" cy="4398962"/>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7410" name="Rectangle 2">
            <a:extLst>
              <a:ext uri="{FF2B5EF4-FFF2-40B4-BE49-F238E27FC236}">
                <a16:creationId xmlns:a16="http://schemas.microsoft.com/office/drawing/2014/main" id="{397CF1F7-F01B-40B5-B560-98B95584DE0C}"/>
              </a:ext>
            </a:extLst>
          </p:cNvPr>
          <p:cNvSpPr txBox="1">
            <a:spLocks noGrp="1" noChangeArrowheads="1"/>
          </p:cNvSpPr>
          <p:nvPr>
            <p:ph type="body" idx="1"/>
          </p:nvPr>
        </p:nvSpPr>
        <p:spPr bwMode="auto">
          <a:xfrm>
            <a:off x="928688" y="5575300"/>
            <a:ext cx="7439025" cy="52800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17620886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14">
            <a:extLst>
              <a:ext uri="{FF2B5EF4-FFF2-40B4-BE49-F238E27FC236}">
                <a16:creationId xmlns:a16="http://schemas.microsoft.com/office/drawing/2014/main" id="{9D1D9F32-CCC2-433D-BE08-1F36ABE0B814}"/>
              </a:ext>
            </a:extLst>
          </p:cNvPr>
          <p:cNvSpPr>
            <a:spLocks noGrp="1" noChangeArrowheads="1"/>
          </p:cNvSpPr>
          <p:nvPr>
            <p:ph type="ftr"/>
          </p:nvPr>
        </p:nvSpPr>
        <p:spPr>
          <a:ln/>
        </p:spPr>
        <p:txBody>
          <a:bodyPr/>
          <a:lstStyle/>
          <a:p>
            <a:r>
              <a:rPr lang="en-US" altLang="en-US"/>
              <a:t>Page No. 1</a:t>
            </a:r>
          </a:p>
        </p:txBody>
      </p:sp>
      <p:sp>
        <p:nvSpPr>
          <p:cNvPr id="5" name="Rectangle 15">
            <a:extLst>
              <a:ext uri="{FF2B5EF4-FFF2-40B4-BE49-F238E27FC236}">
                <a16:creationId xmlns:a16="http://schemas.microsoft.com/office/drawing/2014/main" id="{3D04705D-8F3B-48A2-9D33-77B4BCB7D363}"/>
              </a:ext>
            </a:extLst>
          </p:cNvPr>
          <p:cNvSpPr>
            <a:spLocks noGrp="1" noChangeArrowheads="1"/>
          </p:cNvSpPr>
          <p:nvPr>
            <p:ph type="sldNum"/>
          </p:nvPr>
        </p:nvSpPr>
        <p:spPr>
          <a:ln/>
        </p:spPr>
        <p:txBody>
          <a:bodyPr/>
          <a:lstStyle/>
          <a:p>
            <a:fld id="{87092C20-2D89-49C1-AFB8-35BAFACD7089}" type="slidenum">
              <a:rPr lang="en-US" altLang="en-US"/>
              <a:pPr/>
              <a:t>20</a:t>
            </a:fld>
            <a:endParaRPr lang="en-US" altLang="en-US"/>
          </a:p>
        </p:txBody>
      </p:sp>
      <p:sp>
        <p:nvSpPr>
          <p:cNvPr id="17409" name="Rectangle 1">
            <a:extLst>
              <a:ext uri="{FF2B5EF4-FFF2-40B4-BE49-F238E27FC236}">
                <a16:creationId xmlns:a16="http://schemas.microsoft.com/office/drawing/2014/main" id="{B89A24EC-48D8-4B4F-BD81-221D783FB181}"/>
              </a:ext>
            </a:extLst>
          </p:cNvPr>
          <p:cNvSpPr txBox="1">
            <a:spLocks noGrp="1" noRot="1" noChangeAspect="1" noChangeArrowheads="1"/>
          </p:cNvSpPr>
          <p:nvPr>
            <p:ph type="sldImg"/>
          </p:nvPr>
        </p:nvSpPr>
        <p:spPr bwMode="auto">
          <a:xfrm>
            <a:off x="1716088" y="881063"/>
            <a:ext cx="5865812" cy="4398962"/>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7410" name="Rectangle 2">
            <a:extLst>
              <a:ext uri="{FF2B5EF4-FFF2-40B4-BE49-F238E27FC236}">
                <a16:creationId xmlns:a16="http://schemas.microsoft.com/office/drawing/2014/main" id="{397CF1F7-F01B-40B5-B560-98B95584DE0C}"/>
              </a:ext>
            </a:extLst>
          </p:cNvPr>
          <p:cNvSpPr txBox="1">
            <a:spLocks noGrp="1" noChangeArrowheads="1"/>
          </p:cNvSpPr>
          <p:nvPr>
            <p:ph type="body" idx="1"/>
          </p:nvPr>
        </p:nvSpPr>
        <p:spPr bwMode="auto">
          <a:xfrm>
            <a:off x="928688" y="5575300"/>
            <a:ext cx="7439025" cy="52800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33723061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14">
            <a:extLst>
              <a:ext uri="{FF2B5EF4-FFF2-40B4-BE49-F238E27FC236}">
                <a16:creationId xmlns:a16="http://schemas.microsoft.com/office/drawing/2014/main" id="{9D1D9F32-CCC2-433D-BE08-1F36ABE0B814}"/>
              </a:ext>
            </a:extLst>
          </p:cNvPr>
          <p:cNvSpPr>
            <a:spLocks noGrp="1" noChangeArrowheads="1"/>
          </p:cNvSpPr>
          <p:nvPr>
            <p:ph type="ftr"/>
          </p:nvPr>
        </p:nvSpPr>
        <p:spPr>
          <a:ln/>
        </p:spPr>
        <p:txBody>
          <a:bodyPr/>
          <a:lstStyle/>
          <a:p>
            <a:r>
              <a:rPr lang="en-US" altLang="en-US"/>
              <a:t>Page No. 1</a:t>
            </a:r>
          </a:p>
        </p:txBody>
      </p:sp>
      <p:sp>
        <p:nvSpPr>
          <p:cNvPr id="5" name="Rectangle 15">
            <a:extLst>
              <a:ext uri="{FF2B5EF4-FFF2-40B4-BE49-F238E27FC236}">
                <a16:creationId xmlns:a16="http://schemas.microsoft.com/office/drawing/2014/main" id="{3D04705D-8F3B-48A2-9D33-77B4BCB7D363}"/>
              </a:ext>
            </a:extLst>
          </p:cNvPr>
          <p:cNvSpPr>
            <a:spLocks noGrp="1" noChangeArrowheads="1"/>
          </p:cNvSpPr>
          <p:nvPr>
            <p:ph type="sldNum"/>
          </p:nvPr>
        </p:nvSpPr>
        <p:spPr>
          <a:ln/>
        </p:spPr>
        <p:txBody>
          <a:bodyPr/>
          <a:lstStyle/>
          <a:p>
            <a:fld id="{87092C20-2D89-49C1-AFB8-35BAFACD7089}" type="slidenum">
              <a:rPr lang="en-US" altLang="en-US"/>
              <a:pPr/>
              <a:t>21</a:t>
            </a:fld>
            <a:endParaRPr lang="en-US" altLang="en-US"/>
          </a:p>
        </p:txBody>
      </p:sp>
      <p:sp>
        <p:nvSpPr>
          <p:cNvPr id="17409" name="Rectangle 1">
            <a:extLst>
              <a:ext uri="{FF2B5EF4-FFF2-40B4-BE49-F238E27FC236}">
                <a16:creationId xmlns:a16="http://schemas.microsoft.com/office/drawing/2014/main" id="{B89A24EC-48D8-4B4F-BD81-221D783FB181}"/>
              </a:ext>
            </a:extLst>
          </p:cNvPr>
          <p:cNvSpPr txBox="1">
            <a:spLocks noGrp="1" noRot="1" noChangeAspect="1" noChangeArrowheads="1"/>
          </p:cNvSpPr>
          <p:nvPr>
            <p:ph type="sldImg"/>
          </p:nvPr>
        </p:nvSpPr>
        <p:spPr bwMode="auto">
          <a:xfrm>
            <a:off x="1716088" y="881063"/>
            <a:ext cx="5865812" cy="4398962"/>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7410" name="Rectangle 2">
            <a:extLst>
              <a:ext uri="{FF2B5EF4-FFF2-40B4-BE49-F238E27FC236}">
                <a16:creationId xmlns:a16="http://schemas.microsoft.com/office/drawing/2014/main" id="{397CF1F7-F01B-40B5-B560-98B95584DE0C}"/>
              </a:ext>
            </a:extLst>
          </p:cNvPr>
          <p:cNvSpPr txBox="1">
            <a:spLocks noGrp="1" noChangeArrowheads="1"/>
          </p:cNvSpPr>
          <p:nvPr>
            <p:ph type="body" idx="1"/>
          </p:nvPr>
        </p:nvSpPr>
        <p:spPr bwMode="auto">
          <a:xfrm>
            <a:off x="928688" y="5575300"/>
            <a:ext cx="7439025" cy="52800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34070698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14">
            <a:extLst>
              <a:ext uri="{FF2B5EF4-FFF2-40B4-BE49-F238E27FC236}">
                <a16:creationId xmlns:a16="http://schemas.microsoft.com/office/drawing/2014/main" id="{9D1D9F32-CCC2-433D-BE08-1F36ABE0B814}"/>
              </a:ext>
            </a:extLst>
          </p:cNvPr>
          <p:cNvSpPr>
            <a:spLocks noGrp="1" noChangeArrowheads="1"/>
          </p:cNvSpPr>
          <p:nvPr>
            <p:ph type="ftr"/>
          </p:nvPr>
        </p:nvSpPr>
        <p:spPr>
          <a:ln/>
        </p:spPr>
        <p:txBody>
          <a:bodyPr/>
          <a:lstStyle/>
          <a:p>
            <a:r>
              <a:rPr lang="en-US" altLang="en-US"/>
              <a:t>Page No. 1</a:t>
            </a:r>
          </a:p>
        </p:txBody>
      </p:sp>
      <p:sp>
        <p:nvSpPr>
          <p:cNvPr id="5" name="Rectangle 15">
            <a:extLst>
              <a:ext uri="{FF2B5EF4-FFF2-40B4-BE49-F238E27FC236}">
                <a16:creationId xmlns:a16="http://schemas.microsoft.com/office/drawing/2014/main" id="{3D04705D-8F3B-48A2-9D33-77B4BCB7D363}"/>
              </a:ext>
            </a:extLst>
          </p:cNvPr>
          <p:cNvSpPr>
            <a:spLocks noGrp="1" noChangeArrowheads="1"/>
          </p:cNvSpPr>
          <p:nvPr>
            <p:ph type="sldNum"/>
          </p:nvPr>
        </p:nvSpPr>
        <p:spPr>
          <a:ln/>
        </p:spPr>
        <p:txBody>
          <a:bodyPr/>
          <a:lstStyle/>
          <a:p>
            <a:fld id="{87092C20-2D89-49C1-AFB8-35BAFACD7089}" type="slidenum">
              <a:rPr lang="en-US" altLang="en-US"/>
              <a:pPr/>
              <a:t>22</a:t>
            </a:fld>
            <a:endParaRPr lang="en-US" altLang="en-US"/>
          </a:p>
        </p:txBody>
      </p:sp>
      <p:sp>
        <p:nvSpPr>
          <p:cNvPr id="17409" name="Rectangle 1">
            <a:extLst>
              <a:ext uri="{FF2B5EF4-FFF2-40B4-BE49-F238E27FC236}">
                <a16:creationId xmlns:a16="http://schemas.microsoft.com/office/drawing/2014/main" id="{B89A24EC-48D8-4B4F-BD81-221D783FB181}"/>
              </a:ext>
            </a:extLst>
          </p:cNvPr>
          <p:cNvSpPr txBox="1">
            <a:spLocks noGrp="1" noRot="1" noChangeAspect="1" noChangeArrowheads="1"/>
          </p:cNvSpPr>
          <p:nvPr>
            <p:ph type="sldImg"/>
          </p:nvPr>
        </p:nvSpPr>
        <p:spPr bwMode="auto">
          <a:xfrm>
            <a:off x="1716088" y="881063"/>
            <a:ext cx="5865812" cy="4398962"/>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7410" name="Rectangle 2">
            <a:extLst>
              <a:ext uri="{FF2B5EF4-FFF2-40B4-BE49-F238E27FC236}">
                <a16:creationId xmlns:a16="http://schemas.microsoft.com/office/drawing/2014/main" id="{397CF1F7-F01B-40B5-B560-98B95584DE0C}"/>
              </a:ext>
            </a:extLst>
          </p:cNvPr>
          <p:cNvSpPr txBox="1">
            <a:spLocks noGrp="1" noChangeArrowheads="1"/>
          </p:cNvSpPr>
          <p:nvPr>
            <p:ph type="body" idx="1"/>
          </p:nvPr>
        </p:nvSpPr>
        <p:spPr bwMode="auto">
          <a:xfrm>
            <a:off x="928688" y="5575300"/>
            <a:ext cx="7439025" cy="52800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5549383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14">
            <a:extLst>
              <a:ext uri="{FF2B5EF4-FFF2-40B4-BE49-F238E27FC236}">
                <a16:creationId xmlns:a16="http://schemas.microsoft.com/office/drawing/2014/main" id="{9D1D9F32-CCC2-433D-BE08-1F36ABE0B814}"/>
              </a:ext>
            </a:extLst>
          </p:cNvPr>
          <p:cNvSpPr>
            <a:spLocks noGrp="1" noChangeArrowheads="1"/>
          </p:cNvSpPr>
          <p:nvPr>
            <p:ph type="ftr"/>
          </p:nvPr>
        </p:nvSpPr>
        <p:spPr>
          <a:ln/>
        </p:spPr>
        <p:txBody>
          <a:bodyPr/>
          <a:lstStyle/>
          <a:p>
            <a:r>
              <a:rPr lang="en-US" altLang="en-US"/>
              <a:t>Page No. 1</a:t>
            </a:r>
          </a:p>
        </p:txBody>
      </p:sp>
      <p:sp>
        <p:nvSpPr>
          <p:cNvPr id="5" name="Rectangle 15">
            <a:extLst>
              <a:ext uri="{FF2B5EF4-FFF2-40B4-BE49-F238E27FC236}">
                <a16:creationId xmlns:a16="http://schemas.microsoft.com/office/drawing/2014/main" id="{3D04705D-8F3B-48A2-9D33-77B4BCB7D363}"/>
              </a:ext>
            </a:extLst>
          </p:cNvPr>
          <p:cNvSpPr>
            <a:spLocks noGrp="1" noChangeArrowheads="1"/>
          </p:cNvSpPr>
          <p:nvPr>
            <p:ph type="sldNum"/>
          </p:nvPr>
        </p:nvSpPr>
        <p:spPr>
          <a:ln/>
        </p:spPr>
        <p:txBody>
          <a:bodyPr/>
          <a:lstStyle/>
          <a:p>
            <a:fld id="{87092C20-2D89-49C1-AFB8-35BAFACD7089}" type="slidenum">
              <a:rPr lang="en-US" altLang="en-US"/>
              <a:pPr/>
              <a:t>23</a:t>
            </a:fld>
            <a:endParaRPr lang="en-US" altLang="en-US"/>
          </a:p>
        </p:txBody>
      </p:sp>
      <p:sp>
        <p:nvSpPr>
          <p:cNvPr id="17409" name="Rectangle 1">
            <a:extLst>
              <a:ext uri="{FF2B5EF4-FFF2-40B4-BE49-F238E27FC236}">
                <a16:creationId xmlns:a16="http://schemas.microsoft.com/office/drawing/2014/main" id="{B89A24EC-48D8-4B4F-BD81-221D783FB181}"/>
              </a:ext>
            </a:extLst>
          </p:cNvPr>
          <p:cNvSpPr txBox="1">
            <a:spLocks noGrp="1" noRot="1" noChangeAspect="1" noChangeArrowheads="1"/>
          </p:cNvSpPr>
          <p:nvPr>
            <p:ph type="sldImg"/>
          </p:nvPr>
        </p:nvSpPr>
        <p:spPr bwMode="auto">
          <a:xfrm>
            <a:off x="1716088" y="881063"/>
            <a:ext cx="5865812" cy="4398962"/>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7410" name="Rectangle 2">
            <a:extLst>
              <a:ext uri="{FF2B5EF4-FFF2-40B4-BE49-F238E27FC236}">
                <a16:creationId xmlns:a16="http://schemas.microsoft.com/office/drawing/2014/main" id="{397CF1F7-F01B-40B5-B560-98B95584DE0C}"/>
              </a:ext>
            </a:extLst>
          </p:cNvPr>
          <p:cNvSpPr txBox="1">
            <a:spLocks noGrp="1" noChangeArrowheads="1"/>
          </p:cNvSpPr>
          <p:nvPr>
            <p:ph type="body" idx="1"/>
          </p:nvPr>
        </p:nvSpPr>
        <p:spPr bwMode="auto">
          <a:xfrm>
            <a:off x="928688" y="5575300"/>
            <a:ext cx="7439025" cy="52800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23277158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14">
            <a:extLst>
              <a:ext uri="{FF2B5EF4-FFF2-40B4-BE49-F238E27FC236}">
                <a16:creationId xmlns:a16="http://schemas.microsoft.com/office/drawing/2014/main" id="{9D1D9F32-CCC2-433D-BE08-1F36ABE0B814}"/>
              </a:ext>
            </a:extLst>
          </p:cNvPr>
          <p:cNvSpPr>
            <a:spLocks noGrp="1" noChangeArrowheads="1"/>
          </p:cNvSpPr>
          <p:nvPr>
            <p:ph type="ftr"/>
          </p:nvPr>
        </p:nvSpPr>
        <p:spPr>
          <a:ln/>
        </p:spPr>
        <p:txBody>
          <a:bodyPr/>
          <a:lstStyle/>
          <a:p>
            <a:r>
              <a:rPr lang="en-US" altLang="en-US"/>
              <a:t>Page No. 1</a:t>
            </a:r>
          </a:p>
        </p:txBody>
      </p:sp>
      <p:sp>
        <p:nvSpPr>
          <p:cNvPr id="5" name="Rectangle 15">
            <a:extLst>
              <a:ext uri="{FF2B5EF4-FFF2-40B4-BE49-F238E27FC236}">
                <a16:creationId xmlns:a16="http://schemas.microsoft.com/office/drawing/2014/main" id="{3D04705D-8F3B-48A2-9D33-77B4BCB7D363}"/>
              </a:ext>
            </a:extLst>
          </p:cNvPr>
          <p:cNvSpPr>
            <a:spLocks noGrp="1" noChangeArrowheads="1"/>
          </p:cNvSpPr>
          <p:nvPr>
            <p:ph type="sldNum"/>
          </p:nvPr>
        </p:nvSpPr>
        <p:spPr>
          <a:ln/>
        </p:spPr>
        <p:txBody>
          <a:bodyPr/>
          <a:lstStyle/>
          <a:p>
            <a:fld id="{87092C20-2D89-49C1-AFB8-35BAFACD7089}" type="slidenum">
              <a:rPr lang="en-US" altLang="en-US"/>
              <a:pPr/>
              <a:t>24</a:t>
            </a:fld>
            <a:endParaRPr lang="en-US" altLang="en-US"/>
          </a:p>
        </p:txBody>
      </p:sp>
      <p:sp>
        <p:nvSpPr>
          <p:cNvPr id="17409" name="Rectangle 1">
            <a:extLst>
              <a:ext uri="{FF2B5EF4-FFF2-40B4-BE49-F238E27FC236}">
                <a16:creationId xmlns:a16="http://schemas.microsoft.com/office/drawing/2014/main" id="{B89A24EC-48D8-4B4F-BD81-221D783FB181}"/>
              </a:ext>
            </a:extLst>
          </p:cNvPr>
          <p:cNvSpPr txBox="1">
            <a:spLocks noGrp="1" noRot="1" noChangeAspect="1" noChangeArrowheads="1"/>
          </p:cNvSpPr>
          <p:nvPr>
            <p:ph type="sldImg"/>
          </p:nvPr>
        </p:nvSpPr>
        <p:spPr bwMode="auto">
          <a:xfrm>
            <a:off x="1716088" y="881063"/>
            <a:ext cx="5865812" cy="4398962"/>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7410" name="Rectangle 2">
            <a:extLst>
              <a:ext uri="{FF2B5EF4-FFF2-40B4-BE49-F238E27FC236}">
                <a16:creationId xmlns:a16="http://schemas.microsoft.com/office/drawing/2014/main" id="{397CF1F7-F01B-40B5-B560-98B95584DE0C}"/>
              </a:ext>
            </a:extLst>
          </p:cNvPr>
          <p:cNvSpPr txBox="1">
            <a:spLocks noGrp="1" noChangeArrowheads="1"/>
          </p:cNvSpPr>
          <p:nvPr>
            <p:ph type="body" idx="1"/>
          </p:nvPr>
        </p:nvSpPr>
        <p:spPr bwMode="auto">
          <a:xfrm>
            <a:off x="928688" y="5575300"/>
            <a:ext cx="7439025" cy="52800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15382821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14">
            <a:extLst>
              <a:ext uri="{FF2B5EF4-FFF2-40B4-BE49-F238E27FC236}">
                <a16:creationId xmlns:a16="http://schemas.microsoft.com/office/drawing/2014/main" id="{9D1D9F32-CCC2-433D-BE08-1F36ABE0B814}"/>
              </a:ext>
            </a:extLst>
          </p:cNvPr>
          <p:cNvSpPr>
            <a:spLocks noGrp="1" noChangeArrowheads="1"/>
          </p:cNvSpPr>
          <p:nvPr>
            <p:ph type="ftr"/>
          </p:nvPr>
        </p:nvSpPr>
        <p:spPr>
          <a:ln/>
        </p:spPr>
        <p:txBody>
          <a:bodyPr/>
          <a:lstStyle/>
          <a:p>
            <a:r>
              <a:rPr lang="en-US" altLang="en-US"/>
              <a:t>Page No. 1</a:t>
            </a:r>
          </a:p>
        </p:txBody>
      </p:sp>
      <p:sp>
        <p:nvSpPr>
          <p:cNvPr id="5" name="Rectangle 15">
            <a:extLst>
              <a:ext uri="{FF2B5EF4-FFF2-40B4-BE49-F238E27FC236}">
                <a16:creationId xmlns:a16="http://schemas.microsoft.com/office/drawing/2014/main" id="{3D04705D-8F3B-48A2-9D33-77B4BCB7D363}"/>
              </a:ext>
            </a:extLst>
          </p:cNvPr>
          <p:cNvSpPr>
            <a:spLocks noGrp="1" noChangeArrowheads="1"/>
          </p:cNvSpPr>
          <p:nvPr>
            <p:ph type="sldNum"/>
          </p:nvPr>
        </p:nvSpPr>
        <p:spPr>
          <a:ln/>
        </p:spPr>
        <p:txBody>
          <a:bodyPr/>
          <a:lstStyle/>
          <a:p>
            <a:fld id="{87092C20-2D89-49C1-AFB8-35BAFACD7089}" type="slidenum">
              <a:rPr lang="en-US" altLang="en-US"/>
              <a:pPr/>
              <a:t>25</a:t>
            </a:fld>
            <a:endParaRPr lang="en-US" altLang="en-US"/>
          </a:p>
        </p:txBody>
      </p:sp>
      <p:sp>
        <p:nvSpPr>
          <p:cNvPr id="17409" name="Rectangle 1">
            <a:extLst>
              <a:ext uri="{FF2B5EF4-FFF2-40B4-BE49-F238E27FC236}">
                <a16:creationId xmlns:a16="http://schemas.microsoft.com/office/drawing/2014/main" id="{B89A24EC-48D8-4B4F-BD81-221D783FB181}"/>
              </a:ext>
            </a:extLst>
          </p:cNvPr>
          <p:cNvSpPr txBox="1">
            <a:spLocks noGrp="1" noRot="1" noChangeAspect="1" noChangeArrowheads="1"/>
          </p:cNvSpPr>
          <p:nvPr>
            <p:ph type="sldImg"/>
          </p:nvPr>
        </p:nvSpPr>
        <p:spPr bwMode="auto">
          <a:xfrm>
            <a:off x="1716088" y="881063"/>
            <a:ext cx="5865812" cy="4398962"/>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7410" name="Rectangle 2">
            <a:extLst>
              <a:ext uri="{FF2B5EF4-FFF2-40B4-BE49-F238E27FC236}">
                <a16:creationId xmlns:a16="http://schemas.microsoft.com/office/drawing/2014/main" id="{397CF1F7-F01B-40B5-B560-98B95584DE0C}"/>
              </a:ext>
            </a:extLst>
          </p:cNvPr>
          <p:cNvSpPr txBox="1">
            <a:spLocks noGrp="1" noChangeArrowheads="1"/>
          </p:cNvSpPr>
          <p:nvPr>
            <p:ph type="body" idx="1"/>
          </p:nvPr>
        </p:nvSpPr>
        <p:spPr bwMode="auto">
          <a:xfrm>
            <a:off x="928688" y="5575300"/>
            <a:ext cx="7439025" cy="52800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11774078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14">
            <a:extLst>
              <a:ext uri="{FF2B5EF4-FFF2-40B4-BE49-F238E27FC236}">
                <a16:creationId xmlns:a16="http://schemas.microsoft.com/office/drawing/2014/main" id="{9D1D9F32-CCC2-433D-BE08-1F36ABE0B814}"/>
              </a:ext>
            </a:extLst>
          </p:cNvPr>
          <p:cNvSpPr>
            <a:spLocks noGrp="1" noChangeArrowheads="1"/>
          </p:cNvSpPr>
          <p:nvPr>
            <p:ph type="ftr"/>
          </p:nvPr>
        </p:nvSpPr>
        <p:spPr>
          <a:ln/>
        </p:spPr>
        <p:txBody>
          <a:bodyPr/>
          <a:lstStyle/>
          <a:p>
            <a:r>
              <a:rPr lang="en-US" altLang="en-US"/>
              <a:t>Page No. 1</a:t>
            </a:r>
          </a:p>
        </p:txBody>
      </p:sp>
      <p:sp>
        <p:nvSpPr>
          <p:cNvPr id="5" name="Rectangle 15">
            <a:extLst>
              <a:ext uri="{FF2B5EF4-FFF2-40B4-BE49-F238E27FC236}">
                <a16:creationId xmlns:a16="http://schemas.microsoft.com/office/drawing/2014/main" id="{3D04705D-8F3B-48A2-9D33-77B4BCB7D363}"/>
              </a:ext>
            </a:extLst>
          </p:cNvPr>
          <p:cNvSpPr>
            <a:spLocks noGrp="1" noChangeArrowheads="1"/>
          </p:cNvSpPr>
          <p:nvPr>
            <p:ph type="sldNum"/>
          </p:nvPr>
        </p:nvSpPr>
        <p:spPr>
          <a:ln/>
        </p:spPr>
        <p:txBody>
          <a:bodyPr/>
          <a:lstStyle/>
          <a:p>
            <a:fld id="{87092C20-2D89-49C1-AFB8-35BAFACD7089}" type="slidenum">
              <a:rPr lang="en-US" altLang="en-US"/>
              <a:pPr/>
              <a:t>26</a:t>
            </a:fld>
            <a:endParaRPr lang="en-US" altLang="en-US"/>
          </a:p>
        </p:txBody>
      </p:sp>
      <p:sp>
        <p:nvSpPr>
          <p:cNvPr id="17409" name="Rectangle 1">
            <a:extLst>
              <a:ext uri="{FF2B5EF4-FFF2-40B4-BE49-F238E27FC236}">
                <a16:creationId xmlns:a16="http://schemas.microsoft.com/office/drawing/2014/main" id="{B89A24EC-48D8-4B4F-BD81-221D783FB181}"/>
              </a:ext>
            </a:extLst>
          </p:cNvPr>
          <p:cNvSpPr txBox="1">
            <a:spLocks noGrp="1" noRot="1" noChangeAspect="1" noChangeArrowheads="1"/>
          </p:cNvSpPr>
          <p:nvPr>
            <p:ph type="sldImg"/>
          </p:nvPr>
        </p:nvSpPr>
        <p:spPr bwMode="auto">
          <a:xfrm>
            <a:off x="1716088" y="881063"/>
            <a:ext cx="5865812" cy="4398962"/>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7410" name="Rectangle 2">
            <a:extLst>
              <a:ext uri="{FF2B5EF4-FFF2-40B4-BE49-F238E27FC236}">
                <a16:creationId xmlns:a16="http://schemas.microsoft.com/office/drawing/2014/main" id="{397CF1F7-F01B-40B5-B560-98B95584DE0C}"/>
              </a:ext>
            </a:extLst>
          </p:cNvPr>
          <p:cNvSpPr txBox="1">
            <a:spLocks noGrp="1" noChangeArrowheads="1"/>
          </p:cNvSpPr>
          <p:nvPr>
            <p:ph type="body" idx="1"/>
          </p:nvPr>
        </p:nvSpPr>
        <p:spPr bwMode="auto">
          <a:xfrm>
            <a:off x="928688" y="5575300"/>
            <a:ext cx="7439025" cy="52800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33030629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14">
            <a:extLst>
              <a:ext uri="{FF2B5EF4-FFF2-40B4-BE49-F238E27FC236}">
                <a16:creationId xmlns:a16="http://schemas.microsoft.com/office/drawing/2014/main" id="{9D1D9F32-CCC2-433D-BE08-1F36ABE0B814}"/>
              </a:ext>
            </a:extLst>
          </p:cNvPr>
          <p:cNvSpPr>
            <a:spLocks noGrp="1" noChangeArrowheads="1"/>
          </p:cNvSpPr>
          <p:nvPr>
            <p:ph type="ftr"/>
          </p:nvPr>
        </p:nvSpPr>
        <p:spPr>
          <a:ln/>
        </p:spPr>
        <p:txBody>
          <a:bodyPr/>
          <a:lstStyle/>
          <a:p>
            <a:r>
              <a:rPr lang="en-US" altLang="en-US"/>
              <a:t>Page No. 1</a:t>
            </a:r>
          </a:p>
        </p:txBody>
      </p:sp>
      <p:sp>
        <p:nvSpPr>
          <p:cNvPr id="5" name="Rectangle 15">
            <a:extLst>
              <a:ext uri="{FF2B5EF4-FFF2-40B4-BE49-F238E27FC236}">
                <a16:creationId xmlns:a16="http://schemas.microsoft.com/office/drawing/2014/main" id="{3D04705D-8F3B-48A2-9D33-77B4BCB7D363}"/>
              </a:ext>
            </a:extLst>
          </p:cNvPr>
          <p:cNvSpPr>
            <a:spLocks noGrp="1" noChangeArrowheads="1"/>
          </p:cNvSpPr>
          <p:nvPr>
            <p:ph type="sldNum"/>
          </p:nvPr>
        </p:nvSpPr>
        <p:spPr>
          <a:ln/>
        </p:spPr>
        <p:txBody>
          <a:bodyPr/>
          <a:lstStyle/>
          <a:p>
            <a:fld id="{87092C20-2D89-49C1-AFB8-35BAFACD7089}" type="slidenum">
              <a:rPr lang="en-US" altLang="en-US"/>
              <a:pPr/>
              <a:t>27</a:t>
            </a:fld>
            <a:endParaRPr lang="en-US" altLang="en-US"/>
          </a:p>
        </p:txBody>
      </p:sp>
      <p:sp>
        <p:nvSpPr>
          <p:cNvPr id="17409" name="Rectangle 1">
            <a:extLst>
              <a:ext uri="{FF2B5EF4-FFF2-40B4-BE49-F238E27FC236}">
                <a16:creationId xmlns:a16="http://schemas.microsoft.com/office/drawing/2014/main" id="{B89A24EC-48D8-4B4F-BD81-221D783FB181}"/>
              </a:ext>
            </a:extLst>
          </p:cNvPr>
          <p:cNvSpPr txBox="1">
            <a:spLocks noGrp="1" noRot="1" noChangeAspect="1" noChangeArrowheads="1"/>
          </p:cNvSpPr>
          <p:nvPr>
            <p:ph type="sldImg"/>
          </p:nvPr>
        </p:nvSpPr>
        <p:spPr bwMode="auto">
          <a:xfrm>
            <a:off x="1716088" y="881063"/>
            <a:ext cx="5865812" cy="4398962"/>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7410" name="Rectangle 2">
            <a:extLst>
              <a:ext uri="{FF2B5EF4-FFF2-40B4-BE49-F238E27FC236}">
                <a16:creationId xmlns:a16="http://schemas.microsoft.com/office/drawing/2014/main" id="{397CF1F7-F01B-40B5-B560-98B95584DE0C}"/>
              </a:ext>
            </a:extLst>
          </p:cNvPr>
          <p:cNvSpPr txBox="1">
            <a:spLocks noGrp="1" noChangeArrowheads="1"/>
          </p:cNvSpPr>
          <p:nvPr>
            <p:ph type="body" idx="1"/>
          </p:nvPr>
        </p:nvSpPr>
        <p:spPr bwMode="auto">
          <a:xfrm>
            <a:off x="928688" y="5575300"/>
            <a:ext cx="7439025" cy="52800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21623610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14">
            <a:extLst>
              <a:ext uri="{FF2B5EF4-FFF2-40B4-BE49-F238E27FC236}">
                <a16:creationId xmlns:a16="http://schemas.microsoft.com/office/drawing/2014/main" id="{4D9D477B-F60D-44AB-A434-7462EE6928B7}"/>
              </a:ext>
            </a:extLst>
          </p:cNvPr>
          <p:cNvSpPr>
            <a:spLocks noGrp="1" noChangeArrowheads="1"/>
          </p:cNvSpPr>
          <p:nvPr>
            <p:ph type="ftr"/>
          </p:nvPr>
        </p:nvSpPr>
        <p:spPr>
          <a:ln/>
        </p:spPr>
        <p:txBody>
          <a:bodyPr/>
          <a:lstStyle/>
          <a:p>
            <a:r>
              <a:rPr lang="en-US" altLang="en-US"/>
              <a:t>Page No. 1</a:t>
            </a:r>
          </a:p>
        </p:txBody>
      </p:sp>
      <p:sp>
        <p:nvSpPr>
          <p:cNvPr id="5" name="Rectangle 15">
            <a:extLst>
              <a:ext uri="{FF2B5EF4-FFF2-40B4-BE49-F238E27FC236}">
                <a16:creationId xmlns:a16="http://schemas.microsoft.com/office/drawing/2014/main" id="{5E215B1E-BF43-467E-BD89-D0C6ADF3A271}"/>
              </a:ext>
            </a:extLst>
          </p:cNvPr>
          <p:cNvSpPr>
            <a:spLocks noGrp="1" noChangeArrowheads="1"/>
          </p:cNvSpPr>
          <p:nvPr>
            <p:ph type="sldNum"/>
          </p:nvPr>
        </p:nvSpPr>
        <p:spPr>
          <a:ln/>
        </p:spPr>
        <p:txBody>
          <a:bodyPr/>
          <a:lstStyle/>
          <a:p>
            <a:fld id="{BDEE03A4-5754-44D7-9B82-34707D640DED}" type="slidenum">
              <a:rPr lang="en-US" altLang="en-US"/>
              <a:pPr/>
              <a:t>28</a:t>
            </a:fld>
            <a:endParaRPr lang="en-US" altLang="en-US"/>
          </a:p>
        </p:txBody>
      </p:sp>
      <p:sp>
        <p:nvSpPr>
          <p:cNvPr id="23553" name="Rectangle 1">
            <a:extLst>
              <a:ext uri="{FF2B5EF4-FFF2-40B4-BE49-F238E27FC236}">
                <a16:creationId xmlns:a16="http://schemas.microsoft.com/office/drawing/2014/main" id="{63899783-499B-4410-8002-1E5BF9990787}"/>
              </a:ext>
            </a:extLst>
          </p:cNvPr>
          <p:cNvSpPr txBox="1">
            <a:spLocks noGrp="1" noRot="1" noChangeAspect="1" noChangeArrowheads="1"/>
          </p:cNvSpPr>
          <p:nvPr>
            <p:ph type="sldImg"/>
          </p:nvPr>
        </p:nvSpPr>
        <p:spPr bwMode="auto">
          <a:xfrm>
            <a:off x="1716088" y="881063"/>
            <a:ext cx="5865812" cy="4398962"/>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3554" name="Rectangle 2">
            <a:extLst>
              <a:ext uri="{FF2B5EF4-FFF2-40B4-BE49-F238E27FC236}">
                <a16:creationId xmlns:a16="http://schemas.microsoft.com/office/drawing/2014/main" id="{61BA621F-C6C3-4AE8-8B36-E52F46C56197}"/>
              </a:ext>
            </a:extLst>
          </p:cNvPr>
          <p:cNvSpPr txBox="1">
            <a:spLocks noGrp="1" noChangeArrowheads="1"/>
          </p:cNvSpPr>
          <p:nvPr>
            <p:ph type="body" idx="1"/>
          </p:nvPr>
        </p:nvSpPr>
        <p:spPr bwMode="auto">
          <a:xfrm>
            <a:off x="928688" y="5575300"/>
            <a:ext cx="7439025" cy="52800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031A4-66EE-4130-AA31-67C351845F34}"/>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6941F61-E4C2-4444-A3DF-CB4C808EB621}"/>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Slide Number Placeholder 3">
            <a:extLst>
              <a:ext uri="{FF2B5EF4-FFF2-40B4-BE49-F238E27FC236}">
                <a16:creationId xmlns:a16="http://schemas.microsoft.com/office/drawing/2014/main" id="{4ABBDB73-8668-4451-8FAD-0F8A795F68B0}"/>
              </a:ext>
            </a:extLst>
          </p:cNvPr>
          <p:cNvSpPr>
            <a:spLocks noGrp="1"/>
          </p:cNvSpPr>
          <p:nvPr>
            <p:ph type="sldNum" idx="10"/>
          </p:nvPr>
        </p:nvSpPr>
        <p:spPr/>
        <p:txBody>
          <a:bodyPr/>
          <a:lstStyle>
            <a:lvl1pPr>
              <a:defRPr/>
            </a:lvl1pPr>
          </a:lstStyle>
          <a:p>
            <a:fld id="{67101314-8759-46A8-8EDC-0D77084DD389}" type="slidenum">
              <a:rPr lang="en-US" altLang="en-US"/>
              <a:pPr/>
              <a:t>‹#›</a:t>
            </a:fld>
            <a:endParaRPr lang="en-US" altLang="en-US"/>
          </a:p>
        </p:txBody>
      </p:sp>
    </p:spTree>
    <p:extLst>
      <p:ext uri="{BB962C8B-B14F-4D97-AF65-F5344CB8AC3E}">
        <p14:creationId xmlns:p14="http://schemas.microsoft.com/office/powerpoint/2010/main" val="30401960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26BA5-84C1-4DA4-B5D7-0CCFB89767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7B2E06-6C08-4E9B-BE6E-C48AB812A14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17F12699-0F17-415A-888B-DB7E00B81847}"/>
              </a:ext>
            </a:extLst>
          </p:cNvPr>
          <p:cNvSpPr>
            <a:spLocks noGrp="1"/>
          </p:cNvSpPr>
          <p:nvPr>
            <p:ph type="sldNum" idx="10"/>
          </p:nvPr>
        </p:nvSpPr>
        <p:spPr/>
        <p:txBody>
          <a:bodyPr/>
          <a:lstStyle>
            <a:lvl1pPr>
              <a:defRPr/>
            </a:lvl1pPr>
          </a:lstStyle>
          <a:p>
            <a:fld id="{0D8BD146-6545-41AB-A8B0-84069CB4C151}" type="slidenum">
              <a:rPr lang="en-US" altLang="en-US"/>
              <a:pPr/>
              <a:t>‹#›</a:t>
            </a:fld>
            <a:endParaRPr lang="en-US" altLang="en-US"/>
          </a:p>
        </p:txBody>
      </p:sp>
    </p:spTree>
    <p:extLst>
      <p:ext uri="{BB962C8B-B14F-4D97-AF65-F5344CB8AC3E}">
        <p14:creationId xmlns:p14="http://schemas.microsoft.com/office/powerpoint/2010/main" val="11950478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FC11D-AE34-4F02-B0C4-C42EE32BD50B}"/>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E77DDAA-3D99-4E95-B43E-358FE5A2C44D}"/>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Slide Number Placeholder 3">
            <a:extLst>
              <a:ext uri="{FF2B5EF4-FFF2-40B4-BE49-F238E27FC236}">
                <a16:creationId xmlns:a16="http://schemas.microsoft.com/office/drawing/2014/main" id="{1E148F81-3263-4A17-9F76-58F6416F9C70}"/>
              </a:ext>
            </a:extLst>
          </p:cNvPr>
          <p:cNvSpPr>
            <a:spLocks noGrp="1"/>
          </p:cNvSpPr>
          <p:nvPr>
            <p:ph type="sldNum" idx="10"/>
          </p:nvPr>
        </p:nvSpPr>
        <p:spPr/>
        <p:txBody>
          <a:bodyPr/>
          <a:lstStyle>
            <a:lvl1pPr>
              <a:defRPr/>
            </a:lvl1pPr>
          </a:lstStyle>
          <a:p>
            <a:fld id="{75E27D1A-042D-455F-B443-F2E1EC538C38}" type="slidenum">
              <a:rPr lang="en-US" altLang="en-US"/>
              <a:pPr/>
              <a:t>‹#›</a:t>
            </a:fld>
            <a:endParaRPr lang="en-US" altLang="en-US"/>
          </a:p>
        </p:txBody>
      </p:sp>
    </p:spTree>
    <p:extLst>
      <p:ext uri="{BB962C8B-B14F-4D97-AF65-F5344CB8AC3E}">
        <p14:creationId xmlns:p14="http://schemas.microsoft.com/office/powerpoint/2010/main" val="18553638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44990-EACB-44BA-85D5-87606B0C5A6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ABD2965-D859-4BAA-827B-BFE7DA653D19}"/>
              </a:ext>
            </a:extLst>
          </p:cNvPr>
          <p:cNvSpPr>
            <a:spLocks noGrp="1"/>
          </p:cNvSpPr>
          <p:nvPr>
            <p:ph sz="half" idx="1"/>
          </p:nvPr>
        </p:nvSpPr>
        <p:spPr>
          <a:xfrm>
            <a:off x="342900" y="955675"/>
            <a:ext cx="4137025" cy="4511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F266151-55B5-4F95-835A-918A35F0BB02}"/>
              </a:ext>
            </a:extLst>
          </p:cNvPr>
          <p:cNvSpPr>
            <a:spLocks noGrp="1"/>
          </p:cNvSpPr>
          <p:nvPr>
            <p:ph sz="half" idx="2"/>
          </p:nvPr>
        </p:nvSpPr>
        <p:spPr>
          <a:xfrm>
            <a:off x="4632325" y="955675"/>
            <a:ext cx="4138613" cy="4511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E2D3E0C2-BF3C-4A87-8DAA-CF783BA28724}"/>
              </a:ext>
            </a:extLst>
          </p:cNvPr>
          <p:cNvSpPr>
            <a:spLocks noGrp="1"/>
          </p:cNvSpPr>
          <p:nvPr>
            <p:ph type="sldNum" idx="10"/>
          </p:nvPr>
        </p:nvSpPr>
        <p:spPr/>
        <p:txBody>
          <a:bodyPr/>
          <a:lstStyle>
            <a:lvl1pPr>
              <a:defRPr/>
            </a:lvl1pPr>
          </a:lstStyle>
          <a:p>
            <a:fld id="{05056C0C-7E61-424B-A283-01FA36A7DB15}" type="slidenum">
              <a:rPr lang="en-US" altLang="en-US"/>
              <a:pPr/>
              <a:t>‹#›</a:t>
            </a:fld>
            <a:endParaRPr lang="en-US" altLang="en-US"/>
          </a:p>
        </p:txBody>
      </p:sp>
    </p:spTree>
    <p:extLst>
      <p:ext uri="{BB962C8B-B14F-4D97-AF65-F5344CB8AC3E}">
        <p14:creationId xmlns:p14="http://schemas.microsoft.com/office/powerpoint/2010/main" val="14800622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32185-5EE0-447A-848C-3EB8F2B4AEF9}"/>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B7A0D10-654B-480C-9826-5B1F1D7354E3}"/>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F6AA3B-432E-401F-8DC3-4BA1F0CB9C4B}"/>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563BF7-DBD2-4320-A6A9-59D1A1D51BFD}"/>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733DF6B-3627-4859-9338-767191FA9488}"/>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49FC9A81-B3BB-4DF3-95AB-A4E8311C9E06}"/>
              </a:ext>
            </a:extLst>
          </p:cNvPr>
          <p:cNvSpPr>
            <a:spLocks noGrp="1"/>
          </p:cNvSpPr>
          <p:nvPr>
            <p:ph type="sldNum" idx="10"/>
          </p:nvPr>
        </p:nvSpPr>
        <p:spPr/>
        <p:txBody>
          <a:bodyPr/>
          <a:lstStyle>
            <a:lvl1pPr>
              <a:defRPr/>
            </a:lvl1pPr>
          </a:lstStyle>
          <a:p>
            <a:fld id="{FCF7D1C5-572D-4BEE-9FBA-B7F910A73B79}" type="slidenum">
              <a:rPr lang="en-US" altLang="en-US"/>
              <a:pPr/>
              <a:t>‹#›</a:t>
            </a:fld>
            <a:endParaRPr lang="en-US" altLang="en-US"/>
          </a:p>
        </p:txBody>
      </p:sp>
    </p:spTree>
    <p:extLst>
      <p:ext uri="{BB962C8B-B14F-4D97-AF65-F5344CB8AC3E}">
        <p14:creationId xmlns:p14="http://schemas.microsoft.com/office/powerpoint/2010/main" val="33742940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748B2-2591-4500-9A20-CE1FB31EFA06}"/>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57C941A3-FB39-4C32-85CF-48C76FE8AE66}"/>
              </a:ext>
            </a:extLst>
          </p:cNvPr>
          <p:cNvSpPr>
            <a:spLocks noGrp="1"/>
          </p:cNvSpPr>
          <p:nvPr>
            <p:ph type="sldNum" idx="10"/>
          </p:nvPr>
        </p:nvSpPr>
        <p:spPr/>
        <p:txBody>
          <a:bodyPr/>
          <a:lstStyle>
            <a:lvl1pPr>
              <a:defRPr/>
            </a:lvl1pPr>
          </a:lstStyle>
          <a:p>
            <a:fld id="{AB2B02AE-8466-40D6-BCBC-C16307318496}" type="slidenum">
              <a:rPr lang="en-US" altLang="en-US"/>
              <a:pPr/>
              <a:t>‹#›</a:t>
            </a:fld>
            <a:endParaRPr lang="en-US" altLang="en-US"/>
          </a:p>
        </p:txBody>
      </p:sp>
    </p:spTree>
    <p:extLst>
      <p:ext uri="{BB962C8B-B14F-4D97-AF65-F5344CB8AC3E}">
        <p14:creationId xmlns:p14="http://schemas.microsoft.com/office/powerpoint/2010/main" val="9433048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C108854-0BB9-47C5-ADF4-61E782F34673}"/>
              </a:ext>
            </a:extLst>
          </p:cNvPr>
          <p:cNvSpPr>
            <a:spLocks noGrp="1"/>
          </p:cNvSpPr>
          <p:nvPr>
            <p:ph type="sldNum" idx="10"/>
          </p:nvPr>
        </p:nvSpPr>
        <p:spPr/>
        <p:txBody>
          <a:bodyPr/>
          <a:lstStyle>
            <a:lvl1pPr>
              <a:defRPr/>
            </a:lvl1pPr>
          </a:lstStyle>
          <a:p>
            <a:fld id="{6F5E8E91-73AC-40DB-940C-1878A0BDD9B8}" type="slidenum">
              <a:rPr lang="en-US" altLang="en-US"/>
              <a:pPr/>
              <a:t>‹#›</a:t>
            </a:fld>
            <a:endParaRPr lang="en-US" altLang="en-US"/>
          </a:p>
        </p:txBody>
      </p:sp>
    </p:spTree>
    <p:extLst>
      <p:ext uri="{BB962C8B-B14F-4D97-AF65-F5344CB8AC3E}">
        <p14:creationId xmlns:p14="http://schemas.microsoft.com/office/powerpoint/2010/main" val="17731172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FDED5-D9B8-467A-A0EB-11C013A9C2C1}"/>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3364DF3-E57F-4EB5-ABE5-82336784213E}"/>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B2481FB-469D-47D1-98B4-9A9D294CB08F}"/>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Slide Number Placeholder 4">
            <a:extLst>
              <a:ext uri="{FF2B5EF4-FFF2-40B4-BE49-F238E27FC236}">
                <a16:creationId xmlns:a16="http://schemas.microsoft.com/office/drawing/2014/main" id="{010501AB-9014-44C1-911C-57D40C8E7D97}"/>
              </a:ext>
            </a:extLst>
          </p:cNvPr>
          <p:cNvSpPr>
            <a:spLocks noGrp="1"/>
          </p:cNvSpPr>
          <p:nvPr>
            <p:ph type="sldNum" idx="10"/>
          </p:nvPr>
        </p:nvSpPr>
        <p:spPr/>
        <p:txBody>
          <a:bodyPr/>
          <a:lstStyle>
            <a:lvl1pPr>
              <a:defRPr/>
            </a:lvl1pPr>
          </a:lstStyle>
          <a:p>
            <a:fld id="{DDE5C9A5-06A2-4738-ABC1-80D0B92DEBF7}" type="slidenum">
              <a:rPr lang="en-US" altLang="en-US"/>
              <a:pPr/>
              <a:t>‹#›</a:t>
            </a:fld>
            <a:endParaRPr lang="en-US" altLang="en-US"/>
          </a:p>
        </p:txBody>
      </p:sp>
    </p:spTree>
    <p:extLst>
      <p:ext uri="{BB962C8B-B14F-4D97-AF65-F5344CB8AC3E}">
        <p14:creationId xmlns:p14="http://schemas.microsoft.com/office/powerpoint/2010/main" val="38698092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89DEE-48F2-449C-B601-510618629F8C}"/>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C434716-A995-4B64-8F62-E69757429FC0}"/>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10BB255-AFEF-4088-A5DB-02604514CC1A}"/>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Slide Number Placeholder 4">
            <a:extLst>
              <a:ext uri="{FF2B5EF4-FFF2-40B4-BE49-F238E27FC236}">
                <a16:creationId xmlns:a16="http://schemas.microsoft.com/office/drawing/2014/main" id="{C9EDBB8B-28D4-4EE4-A610-A7BCE76D8021}"/>
              </a:ext>
            </a:extLst>
          </p:cNvPr>
          <p:cNvSpPr>
            <a:spLocks noGrp="1"/>
          </p:cNvSpPr>
          <p:nvPr>
            <p:ph type="sldNum" idx="10"/>
          </p:nvPr>
        </p:nvSpPr>
        <p:spPr/>
        <p:txBody>
          <a:bodyPr/>
          <a:lstStyle>
            <a:lvl1pPr>
              <a:defRPr/>
            </a:lvl1pPr>
          </a:lstStyle>
          <a:p>
            <a:fld id="{503BF921-D95F-40E9-BCBE-DB9BA0F679EE}" type="slidenum">
              <a:rPr lang="en-US" altLang="en-US"/>
              <a:pPr/>
              <a:t>‹#›</a:t>
            </a:fld>
            <a:endParaRPr lang="en-US" altLang="en-US"/>
          </a:p>
        </p:txBody>
      </p:sp>
    </p:spTree>
    <p:extLst>
      <p:ext uri="{BB962C8B-B14F-4D97-AF65-F5344CB8AC3E}">
        <p14:creationId xmlns:p14="http://schemas.microsoft.com/office/powerpoint/2010/main" val="2872284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6A4CF-2B0F-467D-A054-DC4F77A510B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6799563-42D7-427F-8229-7D02D9C847D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06969411-91A0-4AAB-A83E-D9F1EA8DC3D4}"/>
              </a:ext>
            </a:extLst>
          </p:cNvPr>
          <p:cNvSpPr>
            <a:spLocks noGrp="1"/>
          </p:cNvSpPr>
          <p:nvPr>
            <p:ph type="sldNum" idx="10"/>
          </p:nvPr>
        </p:nvSpPr>
        <p:spPr/>
        <p:txBody>
          <a:bodyPr/>
          <a:lstStyle>
            <a:lvl1pPr>
              <a:defRPr/>
            </a:lvl1pPr>
          </a:lstStyle>
          <a:p>
            <a:fld id="{120F1898-C603-413F-98FD-D8261ED58DEC}" type="slidenum">
              <a:rPr lang="en-US" altLang="en-US"/>
              <a:pPr/>
              <a:t>‹#›</a:t>
            </a:fld>
            <a:endParaRPr lang="en-US" altLang="en-US"/>
          </a:p>
        </p:txBody>
      </p:sp>
    </p:spTree>
    <p:extLst>
      <p:ext uri="{BB962C8B-B14F-4D97-AF65-F5344CB8AC3E}">
        <p14:creationId xmlns:p14="http://schemas.microsoft.com/office/powerpoint/2010/main" val="826177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FA012FB-5714-42AE-8F87-47E142177246}"/>
              </a:ext>
            </a:extLst>
          </p:cNvPr>
          <p:cNvSpPr>
            <a:spLocks noGrp="1"/>
          </p:cNvSpPr>
          <p:nvPr>
            <p:ph type="title" orient="vert"/>
          </p:nvPr>
        </p:nvSpPr>
        <p:spPr>
          <a:xfrm>
            <a:off x="6664325" y="274638"/>
            <a:ext cx="2106613" cy="5192712"/>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8AF19F5-C2D9-4483-B85F-93C51DB04446}"/>
              </a:ext>
            </a:extLst>
          </p:cNvPr>
          <p:cNvSpPr>
            <a:spLocks noGrp="1"/>
          </p:cNvSpPr>
          <p:nvPr>
            <p:ph type="body" orient="vert" idx="1"/>
          </p:nvPr>
        </p:nvSpPr>
        <p:spPr>
          <a:xfrm>
            <a:off x="342900" y="274638"/>
            <a:ext cx="6169025" cy="51927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0D444CAC-8FB7-48F0-9413-E61D0C1224CA}"/>
              </a:ext>
            </a:extLst>
          </p:cNvPr>
          <p:cNvSpPr>
            <a:spLocks noGrp="1"/>
          </p:cNvSpPr>
          <p:nvPr>
            <p:ph type="sldNum" idx="10"/>
          </p:nvPr>
        </p:nvSpPr>
        <p:spPr/>
        <p:txBody>
          <a:bodyPr/>
          <a:lstStyle>
            <a:lvl1pPr>
              <a:defRPr/>
            </a:lvl1pPr>
          </a:lstStyle>
          <a:p>
            <a:fld id="{423344D5-7AF2-44AC-9A33-67BD6B40F494}" type="slidenum">
              <a:rPr lang="en-US" altLang="en-US"/>
              <a:pPr/>
              <a:t>‹#›</a:t>
            </a:fld>
            <a:endParaRPr lang="en-US" altLang="en-US"/>
          </a:p>
        </p:txBody>
      </p:sp>
    </p:spTree>
    <p:extLst>
      <p:ext uri="{BB962C8B-B14F-4D97-AF65-F5344CB8AC3E}">
        <p14:creationId xmlns:p14="http://schemas.microsoft.com/office/powerpoint/2010/main" val="33297558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16853-F0B6-44A6-B71C-BC8731200E08}"/>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47B1F0B-7B23-4D60-97A0-FA92B89875EC}"/>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Slide Number Placeholder 3">
            <a:extLst>
              <a:ext uri="{FF2B5EF4-FFF2-40B4-BE49-F238E27FC236}">
                <a16:creationId xmlns:a16="http://schemas.microsoft.com/office/drawing/2014/main" id="{30D44061-6467-4ECD-9600-98BC2CDC47B2}"/>
              </a:ext>
            </a:extLst>
          </p:cNvPr>
          <p:cNvSpPr>
            <a:spLocks noGrp="1"/>
          </p:cNvSpPr>
          <p:nvPr>
            <p:ph type="sldNum" idx="10"/>
          </p:nvPr>
        </p:nvSpPr>
        <p:spPr/>
        <p:txBody>
          <a:bodyPr/>
          <a:lstStyle>
            <a:lvl1pPr>
              <a:defRPr/>
            </a:lvl1pPr>
          </a:lstStyle>
          <a:p>
            <a:r>
              <a:rPr lang="en-US" altLang="en-US"/>
              <a:t>December 24, 2019</a:t>
            </a:r>
          </a:p>
        </p:txBody>
      </p:sp>
    </p:spTree>
    <p:extLst>
      <p:ext uri="{BB962C8B-B14F-4D97-AF65-F5344CB8AC3E}">
        <p14:creationId xmlns:p14="http://schemas.microsoft.com/office/powerpoint/2010/main" val="8918596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914A2-DCA5-4DA2-85A3-812A85E6EAB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5E388A9-1242-41A0-BE04-242371F836F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B78F1809-B773-4C31-8F20-6EAAED89772D}"/>
              </a:ext>
            </a:extLst>
          </p:cNvPr>
          <p:cNvSpPr>
            <a:spLocks noGrp="1"/>
          </p:cNvSpPr>
          <p:nvPr>
            <p:ph type="sldNum" idx="10"/>
          </p:nvPr>
        </p:nvSpPr>
        <p:spPr/>
        <p:txBody>
          <a:bodyPr/>
          <a:lstStyle>
            <a:lvl1pPr>
              <a:defRPr/>
            </a:lvl1pPr>
          </a:lstStyle>
          <a:p>
            <a:r>
              <a:rPr lang="en-US" altLang="en-US"/>
              <a:t>December 24, 2019</a:t>
            </a:r>
          </a:p>
        </p:txBody>
      </p:sp>
    </p:spTree>
    <p:extLst>
      <p:ext uri="{BB962C8B-B14F-4D97-AF65-F5344CB8AC3E}">
        <p14:creationId xmlns:p14="http://schemas.microsoft.com/office/powerpoint/2010/main" val="26670384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656E9-2963-463E-B8EB-C9B5E2B0EFE1}"/>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23A7A2F-55FB-45F3-9AE5-CA14D7F982DC}"/>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Slide Number Placeholder 3">
            <a:extLst>
              <a:ext uri="{FF2B5EF4-FFF2-40B4-BE49-F238E27FC236}">
                <a16:creationId xmlns:a16="http://schemas.microsoft.com/office/drawing/2014/main" id="{003F0822-F766-41F9-9706-5114C1B67042}"/>
              </a:ext>
            </a:extLst>
          </p:cNvPr>
          <p:cNvSpPr>
            <a:spLocks noGrp="1"/>
          </p:cNvSpPr>
          <p:nvPr>
            <p:ph type="sldNum" idx="10"/>
          </p:nvPr>
        </p:nvSpPr>
        <p:spPr/>
        <p:txBody>
          <a:bodyPr/>
          <a:lstStyle>
            <a:lvl1pPr>
              <a:defRPr/>
            </a:lvl1pPr>
          </a:lstStyle>
          <a:p>
            <a:r>
              <a:rPr lang="en-US" altLang="en-US"/>
              <a:t>December 24, 2019</a:t>
            </a:r>
          </a:p>
        </p:txBody>
      </p:sp>
    </p:spTree>
    <p:extLst>
      <p:ext uri="{BB962C8B-B14F-4D97-AF65-F5344CB8AC3E}">
        <p14:creationId xmlns:p14="http://schemas.microsoft.com/office/powerpoint/2010/main" val="13425454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242CE-11BB-406C-A459-C1ECF7A6121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2D5B014-0916-43A4-80A5-DF663A9BD6AB}"/>
              </a:ext>
            </a:extLst>
          </p:cNvPr>
          <p:cNvSpPr>
            <a:spLocks noGrp="1"/>
          </p:cNvSpPr>
          <p:nvPr>
            <p:ph sz="half" idx="1"/>
          </p:nvPr>
        </p:nvSpPr>
        <p:spPr>
          <a:xfrm>
            <a:off x="342900" y="955675"/>
            <a:ext cx="4137025" cy="4511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A393324-F3F7-4724-8EF8-0F7BCF5D1B44}"/>
              </a:ext>
            </a:extLst>
          </p:cNvPr>
          <p:cNvSpPr>
            <a:spLocks noGrp="1"/>
          </p:cNvSpPr>
          <p:nvPr>
            <p:ph sz="half" idx="2"/>
          </p:nvPr>
        </p:nvSpPr>
        <p:spPr>
          <a:xfrm>
            <a:off x="4632325" y="955675"/>
            <a:ext cx="4138613" cy="4511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757E78C9-C6B3-458B-B653-1BC53D253388}"/>
              </a:ext>
            </a:extLst>
          </p:cNvPr>
          <p:cNvSpPr>
            <a:spLocks noGrp="1"/>
          </p:cNvSpPr>
          <p:nvPr>
            <p:ph type="sldNum" idx="10"/>
          </p:nvPr>
        </p:nvSpPr>
        <p:spPr/>
        <p:txBody>
          <a:bodyPr/>
          <a:lstStyle>
            <a:lvl1pPr>
              <a:defRPr/>
            </a:lvl1pPr>
          </a:lstStyle>
          <a:p>
            <a:r>
              <a:rPr lang="en-US" altLang="en-US"/>
              <a:t>December 24, 2019</a:t>
            </a:r>
          </a:p>
        </p:txBody>
      </p:sp>
    </p:spTree>
    <p:extLst>
      <p:ext uri="{BB962C8B-B14F-4D97-AF65-F5344CB8AC3E}">
        <p14:creationId xmlns:p14="http://schemas.microsoft.com/office/powerpoint/2010/main" val="4272773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88E76-1282-4469-B511-EC9D32325C06}"/>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6881670-2FBF-4F3E-ABCB-FE270B8BE1E8}"/>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606BE01-8359-4AFB-A67A-A9444121B65F}"/>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1E5659-63CF-4583-AD4C-E8318148ACBB}"/>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10235F4-FAA6-4C82-BBEF-9F18E83FF52D}"/>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1D01CDE5-60D8-4C87-BFDC-86ABDC0298A7}"/>
              </a:ext>
            </a:extLst>
          </p:cNvPr>
          <p:cNvSpPr>
            <a:spLocks noGrp="1"/>
          </p:cNvSpPr>
          <p:nvPr>
            <p:ph type="sldNum" idx="10"/>
          </p:nvPr>
        </p:nvSpPr>
        <p:spPr/>
        <p:txBody>
          <a:bodyPr/>
          <a:lstStyle>
            <a:lvl1pPr>
              <a:defRPr/>
            </a:lvl1pPr>
          </a:lstStyle>
          <a:p>
            <a:r>
              <a:rPr lang="en-US" altLang="en-US"/>
              <a:t>December 24, 2019</a:t>
            </a:r>
          </a:p>
        </p:txBody>
      </p:sp>
    </p:spTree>
    <p:extLst>
      <p:ext uri="{BB962C8B-B14F-4D97-AF65-F5344CB8AC3E}">
        <p14:creationId xmlns:p14="http://schemas.microsoft.com/office/powerpoint/2010/main" val="19301842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CC71B-8C78-4175-897A-6343D7040A55}"/>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9076EAF8-1AB9-4AB9-8818-F07C3E2C5D9C}"/>
              </a:ext>
            </a:extLst>
          </p:cNvPr>
          <p:cNvSpPr>
            <a:spLocks noGrp="1"/>
          </p:cNvSpPr>
          <p:nvPr>
            <p:ph type="sldNum" idx="10"/>
          </p:nvPr>
        </p:nvSpPr>
        <p:spPr/>
        <p:txBody>
          <a:bodyPr/>
          <a:lstStyle>
            <a:lvl1pPr>
              <a:defRPr/>
            </a:lvl1pPr>
          </a:lstStyle>
          <a:p>
            <a:r>
              <a:rPr lang="en-US" altLang="en-US"/>
              <a:t>December 24, 2019</a:t>
            </a:r>
          </a:p>
        </p:txBody>
      </p:sp>
    </p:spTree>
    <p:extLst>
      <p:ext uri="{BB962C8B-B14F-4D97-AF65-F5344CB8AC3E}">
        <p14:creationId xmlns:p14="http://schemas.microsoft.com/office/powerpoint/2010/main" val="35265612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10D3562-4586-4E7E-86BB-04A65A3C2602}"/>
              </a:ext>
            </a:extLst>
          </p:cNvPr>
          <p:cNvSpPr>
            <a:spLocks noGrp="1"/>
          </p:cNvSpPr>
          <p:nvPr>
            <p:ph type="sldNum" idx="10"/>
          </p:nvPr>
        </p:nvSpPr>
        <p:spPr/>
        <p:txBody>
          <a:bodyPr/>
          <a:lstStyle>
            <a:lvl1pPr>
              <a:defRPr/>
            </a:lvl1pPr>
          </a:lstStyle>
          <a:p>
            <a:r>
              <a:rPr lang="en-US" altLang="en-US"/>
              <a:t>December 24, 2019</a:t>
            </a:r>
          </a:p>
        </p:txBody>
      </p:sp>
    </p:spTree>
    <p:extLst>
      <p:ext uri="{BB962C8B-B14F-4D97-AF65-F5344CB8AC3E}">
        <p14:creationId xmlns:p14="http://schemas.microsoft.com/office/powerpoint/2010/main" val="16489867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76058-0E7D-4CD1-94A5-EFD6CDBA5F83}"/>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FA6F5F2-D825-4991-805B-AAB2424A9C6C}"/>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3E98F02-3E53-49BF-A8FD-2ABEC76E3474}"/>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Slide Number Placeholder 4">
            <a:extLst>
              <a:ext uri="{FF2B5EF4-FFF2-40B4-BE49-F238E27FC236}">
                <a16:creationId xmlns:a16="http://schemas.microsoft.com/office/drawing/2014/main" id="{83C880E3-E242-431E-9CBC-F076363414C1}"/>
              </a:ext>
            </a:extLst>
          </p:cNvPr>
          <p:cNvSpPr>
            <a:spLocks noGrp="1"/>
          </p:cNvSpPr>
          <p:nvPr>
            <p:ph type="sldNum" idx="10"/>
          </p:nvPr>
        </p:nvSpPr>
        <p:spPr/>
        <p:txBody>
          <a:bodyPr/>
          <a:lstStyle>
            <a:lvl1pPr>
              <a:defRPr/>
            </a:lvl1pPr>
          </a:lstStyle>
          <a:p>
            <a:r>
              <a:rPr lang="en-US" altLang="en-US"/>
              <a:t>December 24, 2019</a:t>
            </a:r>
          </a:p>
        </p:txBody>
      </p:sp>
    </p:spTree>
    <p:extLst>
      <p:ext uri="{BB962C8B-B14F-4D97-AF65-F5344CB8AC3E}">
        <p14:creationId xmlns:p14="http://schemas.microsoft.com/office/powerpoint/2010/main" val="30708007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BA253-3988-4572-9BEB-5482006FA29B}"/>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FDEF38D-4B99-4EE3-B133-2E57CAEA841F}"/>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4C96CD1-EA31-4F96-BD93-B0124A03EB95}"/>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Slide Number Placeholder 4">
            <a:extLst>
              <a:ext uri="{FF2B5EF4-FFF2-40B4-BE49-F238E27FC236}">
                <a16:creationId xmlns:a16="http://schemas.microsoft.com/office/drawing/2014/main" id="{DB3E7BF1-0B83-4AFF-BC04-3FA04357C87D}"/>
              </a:ext>
            </a:extLst>
          </p:cNvPr>
          <p:cNvSpPr>
            <a:spLocks noGrp="1"/>
          </p:cNvSpPr>
          <p:nvPr>
            <p:ph type="sldNum" idx="10"/>
          </p:nvPr>
        </p:nvSpPr>
        <p:spPr/>
        <p:txBody>
          <a:bodyPr/>
          <a:lstStyle>
            <a:lvl1pPr>
              <a:defRPr/>
            </a:lvl1pPr>
          </a:lstStyle>
          <a:p>
            <a:r>
              <a:rPr lang="en-US" altLang="en-US"/>
              <a:t>December 24, 2019</a:t>
            </a:r>
          </a:p>
        </p:txBody>
      </p:sp>
    </p:spTree>
    <p:extLst>
      <p:ext uri="{BB962C8B-B14F-4D97-AF65-F5344CB8AC3E}">
        <p14:creationId xmlns:p14="http://schemas.microsoft.com/office/powerpoint/2010/main" val="199389851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BCE15-1133-4E47-BEBA-6DC7C659354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068BD49-8809-4E6F-897D-3AF2C67C641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F1CE604D-1F3D-437F-8739-16430513FF3C}"/>
              </a:ext>
            </a:extLst>
          </p:cNvPr>
          <p:cNvSpPr>
            <a:spLocks noGrp="1"/>
          </p:cNvSpPr>
          <p:nvPr>
            <p:ph type="sldNum" idx="10"/>
          </p:nvPr>
        </p:nvSpPr>
        <p:spPr/>
        <p:txBody>
          <a:bodyPr/>
          <a:lstStyle>
            <a:lvl1pPr>
              <a:defRPr/>
            </a:lvl1pPr>
          </a:lstStyle>
          <a:p>
            <a:r>
              <a:rPr lang="en-US" altLang="en-US"/>
              <a:t>December 24, 2019</a:t>
            </a:r>
          </a:p>
        </p:txBody>
      </p:sp>
    </p:spTree>
    <p:extLst>
      <p:ext uri="{BB962C8B-B14F-4D97-AF65-F5344CB8AC3E}">
        <p14:creationId xmlns:p14="http://schemas.microsoft.com/office/powerpoint/2010/main" val="110839937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33C647D-40ED-48B6-AE42-3F656EB71691}"/>
              </a:ext>
            </a:extLst>
          </p:cNvPr>
          <p:cNvSpPr>
            <a:spLocks noGrp="1"/>
          </p:cNvSpPr>
          <p:nvPr>
            <p:ph type="title" orient="vert"/>
          </p:nvPr>
        </p:nvSpPr>
        <p:spPr>
          <a:xfrm>
            <a:off x="6664325" y="274638"/>
            <a:ext cx="2106613" cy="5192712"/>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D1203A3-77ED-437F-AE14-D2AB703E1E4A}"/>
              </a:ext>
            </a:extLst>
          </p:cNvPr>
          <p:cNvSpPr>
            <a:spLocks noGrp="1"/>
          </p:cNvSpPr>
          <p:nvPr>
            <p:ph type="body" orient="vert" idx="1"/>
          </p:nvPr>
        </p:nvSpPr>
        <p:spPr>
          <a:xfrm>
            <a:off x="342900" y="274638"/>
            <a:ext cx="6169025" cy="51927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A187B608-DB1B-4622-97DC-09EB557EA0E4}"/>
              </a:ext>
            </a:extLst>
          </p:cNvPr>
          <p:cNvSpPr>
            <a:spLocks noGrp="1"/>
          </p:cNvSpPr>
          <p:nvPr>
            <p:ph type="sldNum" idx="10"/>
          </p:nvPr>
        </p:nvSpPr>
        <p:spPr/>
        <p:txBody>
          <a:bodyPr/>
          <a:lstStyle>
            <a:lvl1pPr>
              <a:defRPr/>
            </a:lvl1pPr>
          </a:lstStyle>
          <a:p>
            <a:r>
              <a:rPr lang="en-US" altLang="en-US"/>
              <a:t>December 24, 2019</a:t>
            </a:r>
          </a:p>
        </p:txBody>
      </p:sp>
    </p:spTree>
    <p:extLst>
      <p:ext uri="{BB962C8B-B14F-4D97-AF65-F5344CB8AC3E}">
        <p14:creationId xmlns:p14="http://schemas.microsoft.com/office/powerpoint/2010/main" val="37523063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3.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5.jpe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4.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25" name="Picture 1">
            <a:extLst>
              <a:ext uri="{FF2B5EF4-FFF2-40B4-BE49-F238E27FC236}">
                <a16:creationId xmlns:a16="http://schemas.microsoft.com/office/drawing/2014/main" id="{6FE06C0E-84AA-46E1-BA9C-CFACCB712127}"/>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t="2814" b="4417"/>
          <a:stretch>
            <a:fillRect/>
          </a:stretch>
        </p:blipFill>
        <p:spPr bwMode="auto">
          <a:xfrm>
            <a:off x="0" y="5395913"/>
            <a:ext cx="9144000" cy="936625"/>
          </a:xfrm>
          <a:prstGeom prst="rect">
            <a:avLst/>
          </a:prstGeom>
          <a:noFill/>
          <a:ln>
            <a:noFill/>
          </a:ln>
          <a:effectLst/>
          <a:extLst>
            <a:ext uri="{909E8E84-426E-40DD-AFC4-6F175D3DCCD1}">
              <a14:hiddenFill xmlns:a14="http://schemas.microsoft.com/office/drawing/2010/main">
                <a:blipFill dpi="0" rotWithShape="0">
                  <a:blip/>
                  <a:srcRect t="2814" b="4417"/>
                  <a:stretch>
                    <a:fillRect/>
                  </a:stretch>
                </a:blip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026" name="Rectangle 2">
            <a:extLst>
              <a:ext uri="{FF2B5EF4-FFF2-40B4-BE49-F238E27FC236}">
                <a16:creationId xmlns:a16="http://schemas.microsoft.com/office/drawing/2014/main" id="{3B86D761-2C53-4225-92FF-5A153219A3C8}"/>
              </a:ext>
            </a:extLst>
          </p:cNvPr>
          <p:cNvSpPr>
            <a:spLocks noGrp="1" noChangeArrowheads="1"/>
          </p:cNvSpPr>
          <p:nvPr>
            <p:ph type="title"/>
          </p:nvPr>
        </p:nvSpPr>
        <p:spPr bwMode="auto">
          <a:xfrm>
            <a:off x="342900" y="274638"/>
            <a:ext cx="8428038"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p>
            <a:pPr lvl="0"/>
            <a:r>
              <a:rPr lang="en-GB" altLang="en-US"/>
              <a:t>Click to edit the title text format</a:t>
            </a:r>
          </a:p>
        </p:txBody>
      </p:sp>
      <p:sp>
        <p:nvSpPr>
          <p:cNvPr id="1027" name="Rectangle 3">
            <a:extLst>
              <a:ext uri="{FF2B5EF4-FFF2-40B4-BE49-F238E27FC236}">
                <a16:creationId xmlns:a16="http://schemas.microsoft.com/office/drawing/2014/main" id="{0E348F5D-F655-4FA5-9F0E-12C65DE76B46}"/>
              </a:ext>
            </a:extLst>
          </p:cNvPr>
          <p:cNvSpPr>
            <a:spLocks noGrp="1" noChangeArrowheads="1"/>
          </p:cNvSpPr>
          <p:nvPr>
            <p:ph type="body" idx="1"/>
          </p:nvPr>
        </p:nvSpPr>
        <p:spPr bwMode="auto">
          <a:xfrm>
            <a:off x="342900" y="955675"/>
            <a:ext cx="8428038" cy="4511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p>
            <a:pPr lvl="0"/>
            <a:r>
              <a:rPr lang="en-GB" altLang="en-US"/>
              <a:t>Click to edit the outline text format</a:t>
            </a:r>
          </a:p>
          <a:p>
            <a:pPr lvl="1"/>
            <a:r>
              <a:rPr lang="en-GB" altLang="en-US"/>
              <a:t>Second Outline Level</a:t>
            </a:r>
          </a:p>
          <a:p>
            <a:pPr lvl="2"/>
            <a:r>
              <a:rPr lang="en-GB" altLang="en-US"/>
              <a:t>Third Outline Level</a:t>
            </a:r>
          </a:p>
          <a:p>
            <a:pPr lvl="3"/>
            <a:r>
              <a:rPr lang="en-GB" altLang="en-US"/>
              <a:t>Fourth Outline Level</a:t>
            </a:r>
          </a:p>
          <a:p>
            <a:pPr lvl="4"/>
            <a:r>
              <a:rPr lang="en-GB" altLang="en-US"/>
              <a:t>Fifth Outline Level</a:t>
            </a:r>
          </a:p>
          <a:p>
            <a:pPr lvl="4"/>
            <a:r>
              <a:rPr lang="en-GB" altLang="en-US"/>
              <a:t>Sixth Outline Level</a:t>
            </a:r>
          </a:p>
          <a:p>
            <a:pPr lvl="4"/>
            <a:r>
              <a:rPr lang="en-GB" altLang="en-US"/>
              <a:t>Seventh Outline Level</a:t>
            </a:r>
          </a:p>
          <a:p>
            <a:pPr lvl="4"/>
            <a:r>
              <a:rPr lang="en-GB" altLang="en-US"/>
              <a:t>Eighth Outline Level</a:t>
            </a:r>
          </a:p>
          <a:p>
            <a:pPr lvl="4"/>
            <a:r>
              <a:rPr lang="en-GB" altLang="en-US"/>
              <a:t>Ninth Outline Level</a:t>
            </a:r>
          </a:p>
        </p:txBody>
      </p:sp>
      <p:sp>
        <p:nvSpPr>
          <p:cNvPr id="1028" name="Rectangle 4">
            <a:extLst>
              <a:ext uri="{FF2B5EF4-FFF2-40B4-BE49-F238E27FC236}">
                <a16:creationId xmlns:a16="http://schemas.microsoft.com/office/drawing/2014/main" id="{10C4414C-33E8-41D5-8466-9279BD800BAF}"/>
              </a:ext>
            </a:extLst>
          </p:cNvPr>
          <p:cNvSpPr>
            <a:spLocks noGrp="1" noChangeArrowheads="1"/>
          </p:cNvSpPr>
          <p:nvPr>
            <p:ph type="sldNum"/>
          </p:nvPr>
        </p:nvSpPr>
        <p:spPr bwMode="auto">
          <a:xfrm>
            <a:off x="8477250" y="6461125"/>
            <a:ext cx="366713" cy="250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lvl1pP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defRPr>
            </a:lvl1pPr>
          </a:lstStyle>
          <a:p>
            <a:fld id="{F865EABB-C920-4FAA-A8EE-D52AFA00E593}" type="slidenum">
              <a:rPr lang="en-US" altLang="en-US"/>
              <a:pPr/>
              <a:t>‹#›</a:t>
            </a:fld>
            <a:endParaRPr lang="en-US" altLang="en-US"/>
          </a:p>
        </p:txBody>
      </p:sp>
      <p:pic>
        <p:nvPicPr>
          <p:cNvPr id="1029" name="Picture 5">
            <a:extLst>
              <a:ext uri="{FF2B5EF4-FFF2-40B4-BE49-F238E27FC236}">
                <a16:creationId xmlns:a16="http://schemas.microsoft.com/office/drawing/2014/main" id="{254CC723-EEAA-4CD0-BB7F-48B857BC9BAE}"/>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350838" y="6477000"/>
            <a:ext cx="2844800" cy="14287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030" name="Rectangle 6">
            <a:extLst>
              <a:ext uri="{FF2B5EF4-FFF2-40B4-BE49-F238E27FC236}">
                <a16:creationId xmlns:a16="http://schemas.microsoft.com/office/drawing/2014/main" id="{A018FB10-4394-4AB2-9CF2-C8523DF1ECEF}"/>
              </a:ext>
            </a:extLst>
          </p:cNvPr>
          <p:cNvSpPr>
            <a:spLocks noChangeArrowheads="1"/>
          </p:cNvSpPr>
          <p:nvPr/>
        </p:nvSpPr>
        <p:spPr bwMode="auto">
          <a:xfrm>
            <a:off x="6721475" y="6459538"/>
            <a:ext cx="1412875"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algn="r" eaLnBrk="1" hangingPunct="1">
              <a:spcBef>
                <a:spcPts val="563"/>
              </a:spcBef>
              <a:buClrTx/>
              <a:buFontTx/>
              <a:buNone/>
            </a:pPr>
            <a:r>
              <a:rPr lang="en-US" altLang="en-US" sz="900">
                <a:solidFill>
                  <a:srgbClr val="4E84C4"/>
                </a:solidFill>
                <a:latin typeface="Myriad Pro" pitchFamily="32" charset="0"/>
              </a:rPr>
              <a:t>December 24, 2019</a:t>
            </a:r>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l" defTabSz="457200" rtl="0" eaLnBrk="0" fontAlgn="base" hangingPunct="0">
        <a:spcBef>
          <a:spcPct val="0"/>
        </a:spcBef>
        <a:spcAft>
          <a:spcPct val="0"/>
        </a:spcAft>
        <a:buClr>
          <a:srgbClr val="000000"/>
        </a:buClr>
        <a:buSzPct val="100000"/>
        <a:buFont typeface="Times New Roman" panose="02020603050405020304" pitchFamily="18" charset="0"/>
        <a:defRPr sz="2800" kern="1200">
          <a:solidFill>
            <a:srgbClr val="4E84C4"/>
          </a:solidFill>
          <a:latin typeface="+mj-lt"/>
          <a:ea typeface="+mj-ea"/>
          <a:cs typeface="+mj-cs"/>
        </a:defRPr>
      </a:lvl1pPr>
      <a:lvl2pPr marL="742950" indent="-28575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pitchFamily="32" charset="0"/>
          <a:ea typeface="Microsoft YaHei" panose="020B0503020204020204" pitchFamily="34" charset="-122"/>
        </a:defRPr>
      </a:lvl2pPr>
      <a:lvl3pPr marL="11430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pitchFamily="32" charset="0"/>
          <a:ea typeface="Microsoft YaHei" panose="020B0503020204020204" pitchFamily="34" charset="-122"/>
        </a:defRPr>
      </a:lvl3pPr>
      <a:lvl4pPr marL="16002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pitchFamily="32" charset="0"/>
          <a:ea typeface="Microsoft YaHei" panose="020B0503020204020204" pitchFamily="34" charset="-122"/>
        </a:defRPr>
      </a:lvl4pPr>
      <a:lvl5pPr marL="20574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pitchFamily="32" charset="0"/>
          <a:ea typeface="Microsoft YaHei" panose="020B0503020204020204" pitchFamily="34" charset="-122"/>
        </a:defRPr>
      </a:lvl5pPr>
      <a:lvl6pPr marL="25146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pitchFamily="32" charset="0"/>
          <a:ea typeface="Microsoft YaHei" panose="020B0503020204020204" pitchFamily="34" charset="-122"/>
        </a:defRPr>
      </a:lvl6pPr>
      <a:lvl7pPr marL="29718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pitchFamily="32" charset="0"/>
          <a:ea typeface="Microsoft YaHei" panose="020B0503020204020204" pitchFamily="34" charset="-122"/>
        </a:defRPr>
      </a:lvl7pPr>
      <a:lvl8pPr marL="34290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pitchFamily="32" charset="0"/>
          <a:ea typeface="Microsoft YaHei" panose="020B0503020204020204" pitchFamily="34" charset="-122"/>
        </a:defRPr>
      </a:lvl8pPr>
      <a:lvl9pPr marL="38862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pitchFamily="32" charset="0"/>
          <a:ea typeface="Microsoft YaHei" panose="020B0503020204020204" pitchFamily="34" charset="-122"/>
        </a:defRPr>
      </a:lvl9pPr>
    </p:titleStyle>
    <p:bodyStyle>
      <a:lvl1pPr marL="342900" indent="-342900" algn="l" defTabSz="457200" rtl="0" eaLnBrk="0" fontAlgn="base" hangingPunct="0">
        <a:spcBef>
          <a:spcPts val="400"/>
        </a:spcBef>
        <a:spcAft>
          <a:spcPct val="0"/>
        </a:spcAft>
        <a:buClr>
          <a:srgbClr val="000000"/>
        </a:buClr>
        <a:buSzPct val="100000"/>
        <a:buFont typeface="Times New Roman" panose="02020603050405020304" pitchFamily="18" charset="0"/>
        <a:defRPr sz="1600" kern="1200">
          <a:solidFill>
            <a:srgbClr val="000000"/>
          </a:solidFill>
          <a:latin typeface="+mn-lt"/>
          <a:ea typeface="+mn-ea"/>
          <a:cs typeface="+mn-cs"/>
        </a:defRPr>
      </a:lvl1pPr>
      <a:lvl2pPr marL="742950" indent="-285750" algn="l" defTabSz="457200" rtl="0" eaLnBrk="0" fontAlgn="base" hangingPunct="0">
        <a:spcBef>
          <a:spcPts val="400"/>
        </a:spcBef>
        <a:spcAft>
          <a:spcPct val="0"/>
        </a:spcAft>
        <a:buClr>
          <a:srgbClr val="000000"/>
        </a:buClr>
        <a:buSzPct val="100000"/>
        <a:buFont typeface="Times New Roman" panose="02020603050405020304" pitchFamily="18" charset="0"/>
        <a:defRPr sz="1600" kern="1200">
          <a:solidFill>
            <a:srgbClr val="000000"/>
          </a:solidFill>
          <a:latin typeface="+mn-lt"/>
          <a:ea typeface="+mn-ea"/>
          <a:cs typeface="+mn-cs"/>
        </a:defRPr>
      </a:lvl2pPr>
      <a:lvl3pPr marL="1143000" indent="-228600" algn="l" defTabSz="457200" rtl="0" eaLnBrk="0" fontAlgn="base" hangingPunct="0">
        <a:spcBef>
          <a:spcPts val="400"/>
        </a:spcBef>
        <a:spcAft>
          <a:spcPct val="0"/>
        </a:spcAft>
        <a:buClr>
          <a:srgbClr val="000000"/>
        </a:buClr>
        <a:buSzPct val="100000"/>
        <a:buFont typeface="Times New Roman" panose="02020603050405020304" pitchFamily="18" charset="0"/>
        <a:defRPr sz="1600" kern="1200">
          <a:solidFill>
            <a:srgbClr val="000000"/>
          </a:solidFill>
          <a:latin typeface="+mn-lt"/>
          <a:ea typeface="+mn-ea"/>
          <a:cs typeface="+mn-cs"/>
        </a:defRPr>
      </a:lvl3pPr>
      <a:lvl4pPr marL="1600200" indent="-228600" algn="l" defTabSz="457200" rtl="0" eaLnBrk="0" fontAlgn="base" hangingPunct="0">
        <a:spcBef>
          <a:spcPts val="400"/>
        </a:spcBef>
        <a:spcAft>
          <a:spcPct val="0"/>
        </a:spcAft>
        <a:buClr>
          <a:srgbClr val="000000"/>
        </a:buClr>
        <a:buSzPct val="100000"/>
        <a:buFont typeface="Times New Roman" panose="02020603050405020304" pitchFamily="18" charset="0"/>
        <a:defRPr sz="1600" kern="1200">
          <a:solidFill>
            <a:srgbClr val="000000"/>
          </a:solidFill>
          <a:latin typeface="+mn-lt"/>
          <a:ea typeface="+mn-ea"/>
          <a:cs typeface="+mn-cs"/>
        </a:defRPr>
      </a:lvl4pPr>
      <a:lvl5pPr marL="2057400" indent="-228600" algn="l" defTabSz="457200" rtl="0" eaLnBrk="0" fontAlgn="base" hangingPunct="0">
        <a:spcBef>
          <a:spcPts val="400"/>
        </a:spcBef>
        <a:spcAft>
          <a:spcPct val="0"/>
        </a:spcAft>
        <a:buClr>
          <a:srgbClr val="000000"/>
        </a:buClr>
        <a:buSzPct val="100000"/>
        <a:buFont typeface="Times New Roman" panose="02020603050405020304" pitchFamily="18" charset="0"/>
        <a:defRPr sz="16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4E84C4"/>
        </a:solidFill>
        <a:effectLst/>
      </p:bgPr>
    </p:bg>
    <p:spTree>
      <p:nvGrpSpPr>
        <p:cNvPr id="1" name=""/>
        <p:cNvGrpSpPr/>
        <p:nvPr/>
      </p:nvGrpSpPr>
      <p:grpSpPr>
        <a:xfrm>
          <a:off x="0" y="0"/>
          <a:ext cx="0" cy="0"/>
          <a:chOff x="0" y="0"/>
          <a:chExt cx="0" cy="0"/>
        </a:xfrm>
      </p:grpSpPr>
      <p:pic>
        <p:nvPicPr>
          <p:cNvPr id="2049" name="Picture 1">
            <a:extLst>
              <a:ext uri="{FF2B5EF4-FFF2-40B4-BE49-F238E27FC236}">
                <a16:creationId xmlns:a16="http://schemas.microsoft.com/office/drawing/2014/main" id="{B356A5DD-1E33-4F56-B4C2-91CE02B83C8B}"/>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t="1215" b="1630"/>
          <a:stretch>
            <a:fillRect/>
          </a:stretch>
        </p:blipFill>
        <p:spPr bwMode="auto">
          <a:xfrm>
            <a:off x="0" y="1682750"/>
            <a:ext cx="9144000" cy="2274888"/>
          </a:xfrm>
          <a:prstGeom prst="rect">
            <a:avLst/>
          </a:prstGeom>
          <a:noFill/>
          <a:ln>
            <a:noFill/>
          </a:ln>
          <a:effectLst/>
          <a:extLst>
            <a:ext uri="{909E8E84-426E-40DD-AFC4-6F175D3DCCD1}">
              <a14:hiddenFill xmlns:a14="http://schemas.microsoft.com/office/drawing/2010/main">
                <a:blipFill dpi="0" rotWithShape="0">
                  <a:blip/>
                  <a:srcRect t="1215" b="1630"/>
                  <a:stretch>
                    <a:fillRect/>
                  </a:stretch>
                </a:blip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050" name="Picture 2">
            <a:extLst>
              <a:ext uri="{FF2B5EF4-FFF2-40B4-BE49-F238E27FC236}">
                <a16:creationId xmlns:a16="http://schemas.microsoft.com/office/drawing/2014/main" id="{00132EA9-9163-4866-A1D0-8D215C41ED42}"/>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l="1074" t="4198" r="693" b="2957"/>
          <a:stretch>
            <a:fillRect/>
          </a:stretch>
        </p:blipFill>
        <p:spPr bwMode="auto">
          <a:xfrm>
            <a:off x="87313" y="330200"/>
            <a:ext cx="8982075" cy="700088"/>
          </a:xfrm>
          <a:prstGeom prst="rect">
            <a:avLst/>
          </a:prstGeom>
          <a:noFill/>
          <a:ln>
            <a:noFill/>
          </a:ln>
          <a:effectLst/>
          <a:extLst>
            <a:ext uri="{909E8E84-426E-40DD-AFC4-6F175D3DCCD1}">
              <a14:hiddenFill xmlns:a14="http://schemas.microsoft.com/office/drawing/2010/main">
                <a:blipFill dpi="0" rotWithShape="0">
                  <a:blip/>
                  <a:srcRect l="1074" t="4198" r="693" b="2957"/>
                  <a:stretch>
                    <a:fillRect/>
                  </a:stretch>
                </a:blip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051" name="Picture 3">
            <a:extLst>
              <a:ext uri="{FF2B5EF4-FFF2-40B4-BE49-F238E27FC236}">
                <a16:creationId xmlns:a16="http://schemas.microsoft.com/office/drawing/2014/main" id="{8362795F-C5BC-4436-83F1-CA699FA3D2EA}"/>
              </a:ext>
            </a:extLst>
          </p:cNvPr>
          <p:cNvPicPr>
            <a:picLocks noChangeAspect="1" noChangeArrowheads="1"/>
          </p:cNvPicPr>
          <p:nvPr/>
        </p:nvPicPr>
        <p:blipFill>
          <a:blip r:embed="rId15" cstate="print">
            <a:extLst>
              <a:ext uri="{28A0092B-C50C-407E-A947-70E740481C1C}">
                <a14:useLocalDpi xmlns:a14="http://schemas.microsoft.com/office/drawing/2010/main" val="0"/>
              </a:ext>
            </a:extLst>
          </a:blip>
          <a:srcRect l="1349" t="5602" r="1587" b="3758"/>
          <a:stretch>
            <a:fillRect/>
          </a:stretch>
        </p:blipFill>
        <p:spPr bwMode="auto">
          <a:xfrm>
            <a:off x="6759575" y="6091238"/>
            <a:ext cx="2046288" cy="460375"/>
          </a:xfrm>
          <a:prstGeom prst="rect">
            <a:avLst/>
          </a:prstGeom>
          <a:noFill/>
          <a:ln>
            <a:noFill/>
          </a:ln>
          <a:effectLst/>
          <a:extLst>
            <a:ext uri="{909E8E84-426E-40DD-AFC4-6F175D3DCCD1}">
              <a14:hiddenFill xmlns:a14="http://schemas.microsoft.com/office/drawing/2010/main">
                <a:blipFill dpi="0" rotWithShape="0">
                  <a:blip/>
                  <a:srcRect l="1349" t="5602" r="1587" b="3758"/>
                  <a:stretch>
                    <a:fillRect/>
                  </a:stretch>
                </a:blip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052" name="Rectangle 4">
            <a:extLst>
              <a:ext uri="{FF2B5EF4-FFF2-40B4-BE49-F238E27FC236}">
                <a16:creationId xmlns:a16="http://schemas.microsoft.com/office/drawing/2014/main" id="{8D8B1704-7BC8-4EB3-BCF2-FC5F76404F2B}"/>
              </a:ext>
            </a:extLst>
          </p:cNvPr>
          <p:cNvSpPr>
            <a:spLocks noGrp="1" noChangeArrowheads="1"/>
          </p:cNvSpPr>
          <p:nvPr>
            <p:ph type="title"/>
          </p:nvPr>
        </p:nvSpPr>
        <p:spPr bwMode="auto">
          <a:xfrm>
            <a:off x="342900" y="274638"/>
            <a:ext cx="8428038" cy="581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p>
            <a:pPr lvl="0"/>
            <a:r>
              <a:rPr lang="en-GB" altLang="en-US"/>
              <a:t>Click to edit the title text format</a:t>
            </a:r>
          </a:p>
        </p:txBody>
      </p:sp>
      <p:sp>
        <p:nvSpPr>
          <p:cNvPr id="2053" name="Rectangle 5">
            <a:extLst>
              <a:ext uri="{FF2B5EF4-FFF2-40B4-BE49-F238E27FC236}">
                <a16:creationId xmlns:a16="http://schemas.microsoft.com/office/drawing/2014/main" id="{E23AB933-0E2F-4E2C-BEE4-6282EBA09A6F}"/>
              </a:ext>
            </a:extLst>
          </p:cNvPr>
          <p:cNvSpPr>
            <a:spLocks noGrp="1" noChangeArrowheads="1"/>
          </p:cNvSpPr>
          <p:nvPr>
            <p:ph type="body" idx="1"/>
          </p:nvPr>
        </p:nvSpPr>
        <p:spPr bwMode="auto">
          <a:xfrm>
            <a:off x="342900" y="955675"/>
            <a:ext cx="8428038" cy="4511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p>
            <a:pPr lvl="0"/>
            <a:r>
              <a:rPr lang="en-GB" altLang="en-US"/>
              <a:t>Click to edit the outline text format</a:t>
            </a:r>
          </a:p>
          <a:p>
            <a:pPr lvl="1"/>
            <a:r>
              <a:rPr lang="en-GB" altLang="en-US"/>
              <a:t>Second Outline Level</a:t>
            </a:r>
          </a:p>
          <a:p>
            <a:pPr lvl="2"/>
            <a:r>
              <a:rPr lang="en-GB" altLang="en-US"/>
              <a:t>Third Outline Level</a:t>
            </a:r>
          </a:p>
          <a:p>
            <a:pPr lvl="3"/>
            <a:r>
              <a:rPr lang="en-GB" altLang="en-US"/>
              <a:t>Fourth Outline Level</a:t>
            </a:r>
          </a:p>
          <a:p>
            <a:pPr lvl="4"/>
            <a:r>
              <a:rPr lang="en-GB" altLang="en-US"/>
              <a:t>Fifth Outline Level</a:t>
            </a:r>
          </a:p>
          <a:p>
            <a:pPr lvl="4"/>
            <a:r>
              <a:rPr lang="en-GB" altLang="en-US"/>
              <a:t>Sixth Outline Level</a:t>
            </a:r>
          </a:p>
          <a:p>
            <a:pPr lvl="4"/>
            <a:r>
              <a:rPr lang="en-GB" altLang="en-US"/>
              <a:t>Seventh Outline Level</a:t>
            </a:r>
          </a:p>
          <a:p>
            <a:pPr lvl="4"/>
            <a:r>
              <a:rPr lang="en-GB" altLang="en-US"/>
              <a:t>Eighth Outline Level</a:t>
            </a:r>
          </a:p>
          <a:p>
            <a:pPr lvl="4"/>
            <a:r>
              <a:rPr lang="en-GB" altLang="en-US"/>
              <a:t>Ninth Outline Level</a:t>
            </a:r>
          </a:p>
        </p:txBody>
      </p:sp>
      <p:sp>
        <p:nvSpPr>
          <p:cNvPr id="2054" name="Rectangle 6">
            <a:extLst>
              <a:ext uri="{FF2B5EF4-FFF2-40B4-BE49-F238E27FC236}">
                <a16:creationId xmlns:a16="http://schemas.microsoft.com/office/drawing/2014/main" id="{CD84F5C8-8457-4F08-B429-DA855553624C}"/>
              </a:ext>
            </a:extLst>
          </p:cNvPr>
          <p:cNvSpPr>
            <a:spLocks noGrp="1" noChangeArrowheads="1"/>
          </p:cNvSpPr>
          <p:nvPr>
            <p:ph type="sldNum"/>
          </p:nvPr>
        </p:nvSpPr>
        <p:spPr bwMode="auto">
          <a:xfrm>
            <a:off x="279400" y="6342063"/>
            <a:ext cx="2119313" cy="250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lvl1pPr eaLnBrk="1" hangingPunct="1">
              <a:spcBef>
                <a:spcPts val="563"/>
              </a:spcBef>
              <a:buClrTx/>
              <a:buFontTx/>
              <a:buNone/>
              <a:tabLst>
                <a:tab pos="723900" algn="l"/>
                <a:tab pos="1447800" algn="l"/>
              </a:tabLst>
              <a:defRPr sz="900">
                <a:solidFill>
                  <a:srgbClr val="FFFFFF"/>
                </a:solidFill>
                <a:latin typeface="+mj-lt"/>
                <a:cs typeface="Lucida Sans Unicode" panose="020B0602030504020204" pitchFamily="34" charset="0"/>
              </a:defRPr>
            </a:lvl1pPr>
          </a:lstStyle>
          <a:p>
            <a:r>
              <a:rPr lang="en-US" altLang="en-US"/>
              <a:t>December 24, 2019</a:t>
            </a:r>
          </a:p>
        </p:txBody>
      </p:sp>
      <p:sp>
        <p:nvSpPr>
          <p:cNvPr id="2055" name="Text Box 7">
            <a:extLst>
              <a:ext uri="{FF2B5EF4-FFF2-40B4-BE49-F238E27FC236}">
                <a16:creationId xmlns:a16="http://schemas.microsoft.com/office/drawing/2014/main" id="{5EA96CD8-F8D1-4C6B-A282-CB622C00EED5}"/>
              </a:ext>
            </a:extLst>
          </p:cNvPr>
          <p:cNvSpPr txBox="1">
            <a:spLocks noChangeArrowheads="1"/>
          </p:cNvSpPr>
          <p:nvPr/>
        </p:nvSpPr>
        <p:spPr bwMode="auto">
          <a:xfrm>
            <a:off x="1379538" y="6342063"/>
            <a:ext cx="2286000" cy="265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57200" rtl="0" eaLnBrk="0" fontAlgn="base" hangingPunct="0">
        <a:spcBef>
          <a:spcPct val="0"/>
        </a:spcBef>
        <a:spcAft>
          <a:spcPct val="0"/>
        </a:spcAft>
        <a:buClr>
          <a:srgbClr val="000000"/>
        </a:buClr>
        <a:buSzPct val="100000"/>
        <a:buFont typeface="Times New Roman" panose="02020603050405020304" pitchFamily="18" charset="0"/>
        <a:defRPr sz="2800" kern="1200">
          <a:solidFill>
            <a:srgbClr val="4E84C4"/>
          </a:solidFill>
          <a:latin typeface="+mj-lt"/>
          <a:ea typeface="+mj-ea"/>
          <a:cs typeface="+mj-cs"/>
        </a:defRPr>
      </a:lvl1pPr>
      <a:lvl2pPr marL="742950" indent="-28575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pitchFamily="32" charset="0"/>
          <a:ea typeface="Microsoft YaHei" panose="020B0503020204020204" pitchFamily="34" charset="-122"/>
        </a:defRPr>
      </a:lvl2pPr>
      <a:lvl3pPr marL="11430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pitchFamily="32" charset="0"/>
          <a:ea typeface="Microsoft YaHei" panose="020B0503020204020204" pitchFamily="34" charset="-122"/>
        </a:defRPr>
      </a:lvl3pPr>
      <a:lvl4pPr marL="16002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pitchFamily="32" charset="0"/>
          <a:ea typeface="Microsoft YaHei" panose="020B0503020204020204" pitchFamily="34" charset="-122"/>
        </a:defRPr>
      </a:lvl4pPr>
      <a:lvl5pPr marL="20574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pitchFamily="32" charset="0"/>
          <a:ea typeface="Microsoft YaHei" panose="020B0503020204020204" pitchFamily="34" charset="-122"/>
        </a:defRPr>
      </a:lvl5pPr>
      <a:lvl6pPr marL="25146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pitchFamily="32" charset="0"/>
          <a:ea typeface="Microsoft YaHei" panose="020B0503020204020204" pitchFamily="34" charset="-122"/>
        </a:defRPr>
      </a:lvl6pPr>
      <a:lvl7pPr marL="29718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pitchFamily="32" charset="0"/>
          <a:ea typeface="Microsoft YaHei" panose="020B0503020204020204" pitchFamily="34" charset="-122"/>
        </a:defRPr>
      </a:lvl7pPr>
      <a:lvl8pPr marL="34290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pitchFamily="32" charset="0"/>
          <a:ea typeface="Microsoft YaHei" panose="020B0503020204020204" pitchFamily="34" charset="-122"/>
        </a:defRPr>
      </a:lvl8pPr>
      <a:lvl9pPr marL="3886200" indent="-228600" algn="l" defTabSz="457200" rtl="0" eaLnBrk="0" fontAlgn="base" hangingPunct="0">
        <a:spcBef>
          <a:spcPct val="0"/>
        </a:spcBef>
        <a:spcAft>
          <a:spcPct val="0"/>
        </a:spcAft>
        <a:buClr>
          <a:srgbClr val="000000"/>
        </a:buClr>
        <a:buSzPct val="100000"/>
        <a:buFont typeface="Times New Roman" panose="02020603050405020304" pitchFamily="18" charset="0"/>
        <a:defRPr sz="2800">
          <a:solidFill>
            <a:srgbClr val="4E84C4"/>
          </a:solidFill>
          <a:latin typeface="Myriad Pro" pitchFamily="32" charset="0"/>
          <a:ea typeface="Microsoft YaHei" panose="020B0503020204020204" pitchFamily="34" charset="-122"/>
        </a:defRPr>
      </a:lvl9pPr>
    </p:titleStyle>
    <p:bodyStyle>
      <a:lvl1pPr marL="342900" indent="-342900" algn="l" defTabSz="457200" rtl="0" eaLnBrk="0" fontAlgn="base" hangingPunct="0">
        <a:spcBef>
          <a:spcPts val="400"/>
        </a:spcBef>
        <a:spcAft>
          <a:spcPct val="0"/>
        </a:spcAft>
        <a:buClr>
          <a:srgbClr val="000000"/>
        </a:buClr>
        <a:buSzPct val="100000"/>
        <a:buFont typeface="Times New Roman" panose="02020603050405020304" pitchFamily="18" charset="0"/>
        <a:defRPr sz="1600" kern="1200">
          <a:solidFill>
            <a:srgbClr val="000000"/>
          </a:solidFill>
          <a:latin typeface="+mn-lt"/>
          <a:ea typeface="+mn-ea"/>
          <a:cs typeface="+mn-cs"/>
        </a:defRPr>
      </a:lvl1pPr>
      <a:lvl2pPr marL="742950" indent="-285750" algn="l" defTabSz="457200" rtl="0" eaLnBrk="0" fontAlgn="base" hangingPunct="0">
        <a:spcBef>
          <a:spcPts val="400"/>
        </a:spcBef>
        <a:spcAft>
          <a:spcPct val="0"/>
        </a:spcAft>
        <a:buClr>
          <a:srgbClr val="000000"/>
        </a:buClr>
        <a:buSzPct val="100000"/>
        <a:buFont typeface="Times New Roman" panose="02020603050405020304" pitchFamily="18" charset="0"/>
        <a:defRPr sz="1600" kern="1200">
          <a:solidFill>
            <a:srgbClr val="000000"/>
          </a:solidFill>
          <a:latin typeface="+mn-lt"/>
          <a:ea typeface="+mn-ea"/>
          <a:cs typeface="+mn-cs"/>
        </a:defRPr>
      </a:lvl2pPr>
      <a:lvl3pPr marL="1143000" indent="-228600" algn="l" defTabSz="457200" rtl="0" eaLnBrk="0" fontAlgn="base" hangingPunct="0">
        <a:spcBef>
          <a:spcPts val="400"/>
        </a:spcBef>
        <a:spcAft>
          <a:spcPct val="0"/>
        </a:spcAft>
        <a:buClr>
          <a:srgbClr val="000000"/>
        </a:buClr>
        <a:buSzPct val="100000"/>
        <a:buFont typeface="Times New Roman" panose="02020603050405020304" pitchFamily="18" charset="0"/>
        <a:defRPr sz="1600" kern="1200">
          <a:solidFill>
            <a:srgbClr val="000000"/>
          </a:solidFill>
          <a:latin typeface="+mn-lt"/>
          <a:ea typeface="+mn-ea"/>
          <a:cs typeface="+mn-cs"/>
        </a:defRPr>
      </a:lvl3pPr>
      <a:lvl4pPr marL="1600200" indent="-228600" algn="l" defTabSz="457200" rtl="0" eaLnBrk="0" fontAlgn="base" hangingPunct="0">
        <a:spcBef>
          <a:spcPts val="400"/>
        </a:spcBef>
        <a:spcAft>
          <a:spcPct val="0"/>
        </a:spcAft>
        <a:buClr>
          <a:srgbClr val="000000"/>
        </a:buClr>
        <a:buSzPct val="100000"/>
        <a:buFont typeface="Times New Roman" panose="02020603050405020304" pitchFamily="18" charset="0"/>
        <a:defRPr sz="1600" kern="1200">
          <a:solidFill>
            <a:srgbClr val="000000"/>
          </a:solidFill>
          <a:latin typeface="+mn-lt"/>
          <a:ea typeface="+mn-ea"/>
          <a:cs typeface="+mn-cs"/>
        </a:defRPr>
      </a:lvl4pPr>
      <a:lvl5pPr marL="2057400" indent="-228600" algn="l" defTabSz="457200" rtl="0" eaLnBrk="0" fontAlgn="base" hangingPunct="0">
        <a:spcBef>
          <a:spcPts val="400"/>
        </a:spcBef>
        <a:spcAft>
          <a:spcPct val="0"/>
        </a:spcAft>
        <a:buClr>
          <a:srgbClr val="000000"/>
        </a:buClr>
        <a:buSzPct val="100000"/>
        <a:buFont typeface="Times New Roman" panose="02020603050405020304" pitchFamily="18" charset="0"/>
        <a:defRPr sz="16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E84C4"/>
        </a:solidFill>
        <a:effectLst/>
      </p:bgPr>
    </p:bg>
    <p:spTree>
      <p:nvGrpSpPr>
        <p:cNvPr id="1" name=""/>
        <p:cNvGrpSpPr/>
        <p:nvPr/>
      </p:nvGrpSpPr>
      <p:grpSpPr>
        <a:xfrm>
          <a:off x="0" y="0"/>
          <a:ext cx="0" cy="0"/>
          <a:chOff x="0" y="0"/>
          <a:chExt cx="0" cy="0"/>
        </a:xfrm>
      </p:grpSpPr>
      <p:sp>
        <p:nvSpPr>
          <p:cNvPr id="4097" name="Text Box 1">
            <a:extLst>
              <a:ext uri="{FF2B5EF4-FFF2-40B4-BE49-F238E27FC236}">
                <a16:creationId xmlns:a16="http://schemas.microsoft.com/office/drawing/2014/main" id="{79A810F6-9F42-421A-89AA-E85DD35E5540}"/>
              </a:ext>
            </a:extLst>
          </p:cNvPr>
          <p:cNvSpPr txBox="1">
            <a:spLocks noChangeArrowheads="1"/>
          </p:cNvSpPr>
          <p:nvPr/>
        </p:nvSpPr>
        <p:spPr bwMode="auto">
          <a:xfrm>
            <a:off x="279400" y="6342063"/>
            <a:ext cx="2133600" cy="265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eaLnBrk="1" hangingPunct="1">
              <a:spcBef>
                <a:spcPts val="563"/>
              </a:spcBef>
              <a:buClrTx/>
              <a:buFontTx/>
              <a:buNone/>
            </a:pPr>
            <a:r>
              <a:rPr lang="en-US" altLang="en-US" sz="900">
                <a:solidFill>
                  <a:srgbClr val="FFFFFF"/>
                </a:solidFill>
                <a:latin typeface="Myriad Pro" pitchFamily="32" charset="0"/>
              </a:rPr>
              <a:t>December 24, 2019</a:t>
            </a:r>
          </a:p>
        </p:txBody>
      </p:sp>
      <p:sp>
        <p:nvSpPr>
          <p:cNvPr id="4098" name="Text Box 2">
            <a:extLst>
              <a:ext uri="{FF2B5EF4-FFF2-40B4-BE49-F238E27FC236}">
                <a16:creationId xmlns:a16="http://schemas.microsoft.com/office/drawing/2014/main" id="{0A097FEE-5899-46F1-9189-5BA1853F36B9}"/>
              </a:ext>
            </a:extLst>
          </p:cNvPr>
          <p:cNvSpPr txBox="1">
            <a:spLocks noChangeArrowheads="1"/>
          </p:cNvSpPr>
          <p:nvPr/>
        </p:nvSpPr>
        <p:spPr bwMode="auto">
          <a:xfrm>
            <a:off x="279400" y="3914775"/>
            <a:ext cx="8407400" cy="1389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a:buClrTx/>
            </a:pPr>
            <a:r>
              <a:rPr lang="en-US" sz="3600" b="1" dirty="0">
                <a:solidFill>
                  <a:srgbClr val="FFFFFF"/>
                </a:solidFill>
                <a:latin typeface="Arial"/>
                <a:ea typeface="Microsoft YaHei"/>
                <a:cs typeface="Arial"/>
              </a:rPr>
              <a:t>Machine Learning  – Classifiers – Ensemble Methods</a:t>
            </a:r>
          </a:p>
        </p:txBody>
      </p:sp>
      <p:sp>
        <p:nvSpPr>
          <p:cNvPr id="4099" name="Text Box 3">
            <a:extLst>
              <a:ext uri="{FF2B5EF4-FFF2-40B4-BE49-F238E27FC236}">
                <a16:creationId xmlns:a16="http://schemas.microsoft.com/office/drawing/2014/main" id="{DA1C7BFA-39EC-4F16-B373-F8E1A2ADFC4A}"/>
              </a:ext>
            </a:extLst>
          </p:cNvPr>
          <p:cNvSpPr txBox="1">
            <a:spLocks noChangeArrowheads="1"/>
          </p:cNvSpPr>
          <p:nvPr/>
        </p:nvSpPr>
        <p:spPr bwMode="auto">
          <a:xfrm>
            <a:off x="4097338" y="6430963"/>
            <a:ext cx="1039812" cy="276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200">
                <a:solidFill>
                  <a:srgbClr val="0033CC"/>
                </a:solidFill>
                <a:cs typeface="DejaVu Sans" pitchFamily="32" charset="0"/>
              </a:rPr>
              <a:t>TCS Internal</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1" name="Text Box 1">
            <a:extLst>
              <a:ext uri="{FF2B5EF4-FFF2-40B4-BE49-F238E27FC236}">
                <a16:creationId xmlns:a16="http://schemas.microsoft.com/office/drawing/2014/main" id="{64409B9A-CD0D-49D8-B2A9-C91805569963}"/>
              </a:ext>
            </a:extLst>
          </p:cNvPr>
          <p:cNvSpPr txBox="1">
            <a:spLocks noChangeArrowheads="1"/>
          </p:cNvSpPr>
          <p:nvPr/>
        </p:nvSpPr>
        <p:spPr bwMode="auto">
          <a:xfrm>
            <a:off x="8477250" y="6461125"/>
            <a:ext cx="381000" cy="265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algn="r" eaLnBrk="1" hangingPunct="1">
              <a:spcBef>
                <a:spcPts val="563"/>
              </a:spcBef>
              <a:buClrTx/>
              <a:buFontTx/>
              <a:buNone/>
            </a:pPr>
            <a:fld id="{E147F500-4EFA-4C4A-B482-01BD91C77220}" type="slidenum">
              <a:rPr lang="en-US" altLang="en-US" sz="900" b="1">
                <a:solidFill>
                  <a:srgbClr val="4E84C4"/>
                </a:solidFill>
                <a:latin typeface="Myriad Pro" pitchFamily="32" charset="0"/>
              </a:rPr>
              <a:pPr algn="r" eaLnBrk="1" hangingPunct="1">
                <a:spcBef>
                  <a:spcPts val="563"/>
                </a:spcBef>
                <a:buClrTx/>
                <a:buFontTx/>
                <a:buNone/>
              </a:pPr>
              <a:t>2</a:t>
            </a:fld>
            <a:endParaRPr lang="en-US" altLang="en-US" sz="900" b="1">
              <a:solidFill>
                <a:srgbClr val="4E84C4"/>
              </a:solidFill>
              <a:latin typeface="Myriad Pro" pitchFamily="32" charset="0"/>
            </a:endParaRPr>
          </a:p>
        </p:txBody>
      </p:sp>
      <p:sp>
        <p:nvSpPr>
          <p:cNvPr id="5122" name="Text Box 2">
            <a:extLst>
              <a:ext uri="{FF2B5EF4-FFF2-40B4-BE49-F238E27FC236}">
                <a16:creationId xmlns:a16="http://schemas.microsoft.com/office/drawing/2014/main" id="{23D7D474-9F95-46FE-8BF3-7B1B33338167}"/>
              </a:ext>
            </a:extLst>
          </p:cNvPr>
          <p:cNvSpPr txBox="1">
            <a:spLocks noChangeArrowheads="1"/>
          </p:cNvSpPr>
          <p:nvPr/>
        </p:nvSpPr>
        <p:spPr bwMode="auto">
          <a:xfrm>
            <a:off x="549275" y="609600"/>
            <a:ext cx="8442325" cy="595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2800">
                <a:solidFill>
                  <a:srgbClr val="4E84C4"/>
                </a:solidFill>
                <a:latin typeface="Myriad Pro" pitchFamily="32" charset="0"/>
              </a:rPr>
              <a:t>Agenda</a:t>
            </a:r>
          </a:p>
        </p:txBody>
      </p:sp>
      <p:sp>
        <p:nvSpPr>
          <p:cNvPr id="5123" name="Text Box 3">
            <a:extLst>
              <a:ext uri="{FF2B5EF4-FFF2-40B4-BE49-F238E27FC236}">
                <a16:creationId xmlns:a16="http://schemas.microsoft.com/office/drawing/2014/main" id="{71AD3621-9BE1-4C82-8CF6-48250CA267E9}"/>
              </a:ext>
            </a:extLst>
          </p:cNvPr>
          <p:cNvSpPr txBox="1">
            <a:spLocks noChangeArrowheads="1"/>
          </p:cNvSpPr>
          <p:nvPr/>
        </p:nvSpPr>
        <p:spPr bwMode="auto">
          <a:xfrm>
            <a:off x="839698" y="1528344"/>
            <a:ext cx="8004175" cy="4525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t"/>
          <a:lstStyle>
            <a:lvl1pPr marL="107950" indent="-107950">
              <a:tabLst>
                <a:tab pos="107950" algn="l"/>
                <a:tab pos="565150" algn="l"/>
                <a:tab pos="1022350" algn="l"/>
                <a:tab pos="1479550" algn="l"/>
                <a:tab pos="1936750" algn="l"/>
                <a:tab pos="2393950" algn="l"/>
                <a:tab pos="2851150" algn="l"/>
                <a:tab pos="3308350" algn="l"/>
                <a:tab pos="3765550" algn="l"/>
                <a:tab pos="4222750" algn="l"/>
                <a:tab pos="4679950" algn="l"/>
                <a:tab pos="5137150" algn="l"/>
                <a:tab pos="5594350" algn="l"/>
                <a:tab pos="6051550" algn="l"/>
                <a:tab pos="6508750" algn="l"/>
                <a:tab pos="6965950" algn="l"/>
                <a:tab pos="7423150" algn="l"/>
                <a:tab pos="7880350" algn="l"/>
                <a:tab pos="8337550" algn="l"/>
                <a:tab pos="8794750" algn="l"/>
                <a:tab pos="9251950" algn="l"/>
              </a:tabLst>
              <a:defRPr sz="1600">
                <a:solidFill>
                  <a:srgbClr val="000000"/>
                </a:solidFill>
                <a:latin typeface="Arial" panose="020B0604020202020204" pitchFamily="34" charset="0"/>
                <a:ea typeface="Microsoft YaHei" panose="020B0503020204020204" pitchFamily="34" charset="-122"/>
              </a:defRPr>
            </a:lvl1pPr>
            <a:lvl2pPr>
              <a:tabLst>
                <a:tab pos="107950" algn="l"/>
                <a:tab pos="565150" algn="l"/>
                <a:tab pos="1022350" algn="l"/>
                <a:tab pos="1479550" algn="l"/>
                <a:tab pos="1936750" algn="l"/>
                <a:tab pos="2393950" algn="l"/>
                <a:tab pos="2851150" algn="l"/>
                <a:tab pos="3308350" algn="l"/>
                <a:tab pos="3765550" algn="l"/>
                <a:tab pos="4222750" algn="l"/>
                <a:tab pos="4679950" algn="l"/>
                <a:tab pos="5137150" algn="l"/>
                <a:tab pos="5594350" algn="l"/>
                <a:tab pos="6051550" algn="l"/>
                <a:tab pos="6508750" algn="l"/>
                <a:tab pos="6965950" algn="l"/>
                <a:tab pos="7423150" algn="l"/>
                <a:tab pos="7880350" algn="l"/>
                <a:tab pos="8337550" algn="l"/>
                <a:tab pos="8794750" algn="l"/>
                <a:tab pos="9251950" algn="l"/>
              </a:tabLst>
              <a:defRPr sz="1600">
                <a:solidFill>
                  <a:srgbClr val="000000"/>
                </a:solidFill>
                <a:latin typeface="Arial" panose="020B0604020202020204" pitchFamily="34" charset="0"/>
                <a:ea typeface="Microsoft YaHei" panose="020B0503020204020204" pitchFamily="34" charset="-122"/>
              </a:defRPr>
            </a:lvl2pPr>
            <a:lvl3pPr>
              <a:tabLst>
                <a:tab pos="107950" algn="l"/>
                <a:tab pos="565150" algn="l"/>
                <a:tab pos="1022350" algn="l"/>
                <a:tab pos="1479550" algn="l"/>
                <a:tab pos="1936750" algn="l"/>
                <a:tab pos="2393950" algn="l"/>
                <a:tab pos="2851150" algn="l"/>
                <a:tab pos="3308350" algn="l"/>
                <a:tab pos="3765550" algn="l"/>
                <a:tab pos="4222750" algn="l"/>
                <a:tab pos="4679950" algn="l"/>
                <a:tab pos="5137150" algn="l"/>
                <a:tab pos="5594350" algn="l"/>
                <a:tab pos="6051550" algn="l"/>
                <a:tab pos="6508750" algn="l"/>
                <a:tab pos="6965950" algn="l"/>
                <a:tab pos="7423150" algn="l"/>
                <a:tab pos="7880350" algn="l"/>
                <a:tab pos="8337550" algn="l"/>
                <a:tab pos="8794750" algn="l"/>
                <a:tab pos="9251950" algn="l"/>
              </a:tabLst>
              <a:defRPr sz="1600">
                <a:solidFill>
                  <a:srgbClr val="000000"/>
                </a:solidFill>
                <a:latin typeface="Arial" panose="020B0604020202020204" pitchFamily="34" charset="0"/>
                <a:ea typeface="Microsoft YaHei" panose="020B0503020204020204" pitchFamily="34" charset="-122"/>
              </a:defRPr>
            </a:lvl3pPr>
            <a:lvl4pPr>
              <a:tabLst>
                <a:tab pos="107950" algn="l"/>
                <a:tab pos="565150" algn="l"/>
                <a:tab pos="1022350" algn="l"/>
                <a:tab pos="1479550" algn="l"/>
                <a:tab pos="1936750" algn="l"/>
                <a:tab pos="2393950" algn="l"/>
                <a:tab pos="2851150" algn="l"/>
                <a:tab pos="3308350" algn="l"/>
                <a:tab pos="3765550" algn="l"/>
                <a:tab pos="4222750" algn="l"/>
                <a:tab pos="4679950" algn="l"/>
                <a:tab pos="5137150" algn="l"/>
                <a:tab pos="5594350" algn="l"/>
                <a:tab pos="6051550" algn="l"/>
                <a:tab pos="6508750" algn="l"/>
                <a:tab pos="6965950" algn="l"/>
                <a:tab pos="7423150" algn="l"/>
                <a:tab pos="7880350" algn="l"/>
                <a:tab pos="8337550" algn="l"/>
                <a:tab pos="8794750" algn="l"/>
                <a:tab pos="9251950" algn="l"/>
              </a:tabLst>
              <a:defRPr sz="1600">
                <a:solidFill>
                  <a:srgbClr val="000000"/>
                </a:solidFill>
                <a:latin typeface="Arial" panose="020B0604020202020204" pitchFamily="34" charset="0"/>
                <a:ea typeface="Microsoft YaHei" panose="020B0503020204020204" pitchFamily="34" charset="-122"/>
              </a:defRPr>
            </a:lvl4pPr>
            <a:lvl5pPr>
              <a:tabLst>
                <a:tab pos="107950" algn="l"/>
                <a:tab pos="565150" algn="l"/>
                <a:tab pos="1022350" algn="l"/>
                <a:tab pos="1479550" algn="l"/>
                <a:tab pos="1936750" algn="l"/>
                <a:tab pos="2393950" algn="l"/>
                <a:tab pos="2851150" algn="l"/>
                <a:tab pos="3308350" algn="l"/>
                <a:tab pos="3765550" algn="l"/>
                <a:tab pos="4222750" algn="l"/>
                <a:tab pos="4679950" algn="l"/>
                <a:tab pos="5137150" algn="l"/>
                <a:tab pos="5594350" algn="l"/>
                <a:tab pos="6051550" algn="l"/>
                <a:tab pos="6508750" algn="l"/>
                <a:tab pos="6965950" algn="l"/>
                <a:tab pos="7423150" algn="l"/>
                <a:tab pos="7880350" algn="l"/>
                <a:tab pos="8337550" algn="l"/>
                <a:tab pos="8794750" algn="l"/>
                <a:tab pos="925195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107950" algn="l"/>
                <a:tab pos="565150" algn="l"/>
                <a:tab pos="1022350" algn="l"/>
                <a:tab pos="1479550" algn="l"/>
                <a:tab pos="1936750" algn="l"/>
                <a:tab pos="2393950" algn="l"/>
                <a:tab pos="2851150" algn="l"/>
                <a:tab pos="3308350" algn="l"/>
                <a:tab pos="3765550" algn="l"/>
                <a:tab pos="4222750" algn="l"/>
                <a:tab pos="4679950" algn="l"/>
                <a:tab pos="5137150" algn="l"/>
                <a:tab pos="5594350" algn="l"/>
                <a:tab pos="6051550" algn="l"/>
                <a:tab pos="6508750" algn="l"/>
                <a:tab pos="6965950" algn="l"/>
                <a:tab pos="7423150" algn="l"/>
                <a:tab pos="7880350" algn="l"/>
                <a:tab pos="8337550" algn="l"/>
                <a:tab pos="8794750" algn="l"/>
                <a:tab pos="925195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107950" algn="l"/>
                <a:tab pos="565150" algn="l"/>
                <a:tab pos="1022350" algn="l"/>
                <a:tab pos="1479550" algn="l"/>
                <a:tab pos="1936750" algn="l"/>
                <a:tab pos="2393950" algn="l"/>
                <a:tab pos="2851150" algn="l"/>
                <a:tab pos="3308350" algn="l"/>
                <a:tab pos="3765550" algn="l"/>
                <a:tab pos="4222750" algn="l"/>
                <a:tab pos="4679950" algn="l"/>
                <a:tab pos="5137150" algn="l"/>
                <a:tab pos="5594350" algn="l"/>
                <a:tab pos="6051550" algn="l"/>
                <a:tab pos="6508750" algn="l"/>
                <a:tab pos="6965950" algn="l"/>
                <a:tab pos="7423150" algn="l"/>
                <a:tab pos="7880350" algn="l"/>
                <a:tab pos="8337550" algn="l"/>
                <a:tab pos="8794750" algn="l"/>
                <a:tab pos="925195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107950" algn="l"/>
                <a:tab pos="565150" algn="l"/>
                <a:tab pos="1022350" algn="l"/>
                <a:tab pos="1479550" algn="l"/>
                <a:tab pos="1936750" algn="l"/>
                <a:tab pos="2393950" algn="l"/>
                <a:tab pos="2851150" algn="l"/>
                <a:tab pos="3308350" algn="l"/>
                <a:tab pos="3765550" algn="l"/>
                <a:tab pos="4222750" algn="l"/>
                <a:tab pos="4679950" algn="l"/>
                <a:tab pos="5137150" algn="l"/>
                <a:tab pos="5594350" algn="l"/>
                <a:tab pos="6051550" algn="l"/>
                <a:tab pos="6508750" algn="l"/>
                <a:tab pos="6965950" algn="l"/>
                <a:tab pos="7423150" algn="l"/>
                <a:tab pos="7880350" algn="l"/>
                <a:tab pos="8337550" algn="l"/>
                <a:tab pos="8794750" algn="l"/>
                <a:tab pos="925195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107950" algn="l"/>
                <a:tab pos="565150" algn="l"/>
                <a:tab pos="1022350" algn="l"/>
                <a:tab pos="1479550" algn="l"/>
                <a:tab pos="1936750" algn="l"/>
                <a:tab pos="2393950" algn="l"/>
                <a:tab pos="2851150" algn="l"/>
                <a:tab pos="3308350" algn="l"/>
                <a:tab pos="3765550" algn="l"/>
                <a:tab pos="4222750" algn="l"/>
                <a:tab pos="4679950" algn="l"/>
                <a:tab pos="5137150" algn="l"/>
                <a:tab pos="5594350" algn="l"/>
                <a:tab pos="6051550" algn="l"/>
                <a:tab pos="6508750" algn="l"/>
                <a:tab pos="6965950" algn="l"/>
                <a:tab pos="7423150" algn="l"/>
                <a:tab pos="7880350" algn="l"/>
                <a:tab pos="8337550" algn="l"/>
                <a:tab pos="8794750" algn="l"/>
                <a:tab pos="9251950" algn="l"/>
              </a:tabLst>
              <a:defRPr sz="1600">
                <a:solidFill>
                  <a:srgbClr val="000000"/>
                </a:solidFill>
                <a:latin typeface="Arial" panose="020B0604020202020204" pitchFamily="34" charset="0"/>
                <a:ea typeface="Microsoft YaHei" panose="020B0503020204020204" pitchFamily="34" charset="-122"/>
              </a:defRPr>
            </a:lvl9pPr>
          </a:lstStyle>
          <a:p>
            <a:pPr marL="342900" indent="-342900">
              <a:spcBef>
                <a:spcPts val="500"/>
              </a:spcBef>
              <a:buClrTx/>
              <a:buFont typeface="Wingdings" panose="02020603050405020304" pitchFamily="18" charset="0"/>
              <a:buChar char="q"/>
            </a:pPr>
            <a:r>
              <a:rPr lang="en-US" sz="2400" dirty="0">
                <a:latin typeface="Arial"/>
                <a:ea typeface="Microsoft YaHei"/>
                <a:cs typeface="Arial"/>
              </a:rPr>
              <a:t>Machine Learning –  Ensemble Methods</a:t>
            </a:r>
          </a:p>
          <a:p>
            <a:pPr marL="342900" indent="-342900">
              <a:spcBef>
                <a:spcPts val="500"/>
              </a:spcBef>
              <a:buClrTx/>
              <a:buFont typeface="Wingdings" panose="02020603050405020304" pitchFamily="18" charset="0"/>
              <a:buChar char="q"/>
            </a:pPr>
            <a:r>
              <a:rPr lang="en-US" sz="2400" dirty="0">
                <a:latin typeface="Arial"/>
                <a:ea typeface="Microsoft YaHei"/>
                <a:cs typeface="Arial"/>
              </a:rPr>
              <a:t>Machine Learning –  Bagging </a:t>
            </a:r>
            <a:endParaRPr lang="en-US">
              <a:latin typeface="Arial"/>
              <a:ea typeface="Microsoft YaHei"/>
              <a:cs typeface="Arial"/>
            </a:endParaRPr>
          </a:p>
          <a:p>
            <a:pPr marL="342900" indent="-342900">
              <a:spcBef>
                <a:spcPts val="500"/>
              </a:spcBef>
              <a:buClrTx/>
              <a:buFont typeface="Wingdings" panose="02020603050405020304" pitchFamily="18" charset="0"/>
              <a:buChar char="q"/>
            </a:pPr>
            <a:r>
              <a:rPr lang="en-US" sz="2400" dirty="0">
                <a:latin typeface="Arial"/>
                <a:ea typeface="Microsoft YaHei"/>
                <a:cs typeface="Arial"/>
              </a:rPr>
              <a:t>Machine Learning –  Random Forrest </a:t>
            </a:r>
            <a:endParaRPr lang="en-US" dirty="0">
              <a:cs typeface="Arial" panose="020B0604020202020204" pitchFamily="34" charset="0"/>
            </a:endParaRPr>
          </a:p>
          <a:p>
            <a:pPr marL="342900" indent="-342900">
              <a:spcBef>
                <a:spcPts val="500"/>
              </a:spcBef>
              <a:buClrTx/>
              <a:buFont typeface="Wingdings" panose="02020603050405020304" pitchFamily="18" charset="0"/>
              <a:buChar char="q"/>
            </a:pPr>
            <a:r>
              <a:rPr lang="en-US" sz="2400" dirty="0">
                <a:latin typeface="Arial"/>
                <a:ea typeface="Microsoft YaHei"/>
                <a:cs typeface="Arial"/>
              </a:rPr>
              <a:t>Machine Learning –  Boosting </a:t>
            </a:r>
            <a:endParaRPr lang="en-US" dirty="0">
              <a:cs typeface="Arial" panose="020B0604020202020204" pitchFamily="34" charset="0"/>
            </a:endParaRPr>
          </a:p>
          <a:p>
            <a:pPr marL="342900" indent="-342900">
              <a:spcBef>
                <a:spcPts val="500"/>
              </a:spcBef>
              <a:buClrTx/>
              <a:buFont typeface="Wingdings" panose="02020603050405020304" pitchFamily="18" charset="0"/>
              <a:buChar char="q"/>
            </a:pPr>
            <a:r>
              <a:rPr lang="en-US" sz="2400" dirty="0">
                <a:latin typeface="Arial"/>
                <a:ea typeface="Microsoft YaHei"/>
                <a:cs typeface="Arial"/>
              </a:rPr>
              <a:t>Machine Learning –  AdaBoost </a:t>
            </a:r>
            <a:endParaRPr lang="en-US" dirty="0">
              <a:cs typeface="Arial"/>
            </a:endParaRPr>
          </a:p>
          <a:p>
            <a:pPr marL="342900" indent="-342900">
              <a:spcBef>
                <a:spcPts val="500"/>
              </a:spcBef>
              <a:buClrTx/>
              <a:buFont typeface="Wingdings" panose="02020603050405020304" pitchFamily="18" charset="0"/>
              <a:buChar char="q"/>
            </a:pPr>
            <a:endParaRPr lang="en-US" sz="2400" dirty="0">
              <a:latin typeface="Arial"/>
              <a:ea typeface="Microsoft YaHei"/>
              <a:cs typeface="Arial"/>
            </a:endParaRPr>
          </a:p>
          <a:p>
            <a:pPr marL="120650" eaLnBrk="1" hangingPunct="1">
              <a:spcBef>
                <a:spcPts val="500"/>
              </a:spcBef>
              <a:buClrTx/>
            </a:pPr>
            <a:endParaRPr lang="en-US" altLang="en-US" sz="2400" dirty="0">
              <a:cs typeface="Arial" panose="020B0604020202020204" pitchFamily="34" charset="0"/>
            </a:endParaRPr>
          </a:p>
          <a:p>
            <a:pPr marL="120650" eaLnBrk="1" hangingPunct="1">
              <a:spcBef>
                <a:spcPts val="500"/>
              </a:spcBef>
              <a:buClrTx/>
              <a:buFontTx/>
            </a:pPr>
            <a:endParaRPr lang="en-US" altLang="en-US" sz="2000" dirty="0">
              <a:cs typeface="Arial" panose="020B0604020202020204" pitchFamily="34" charset="0"/>
            </a:endParaRPr>
          </a:p>
          <a:p>
            <a:pPr marL="120650" eaLnBrk="1" hangingPunct="1">
              <a:spcBef>
                <a:spcPts val="500"/>
              </a:spcBef>
              <a:buClrTx/>
              <a:buFontTx/>
            </a:pPr>
            <a:endParaRPr lang="en-US" altLang="en-US" sz="2000" dirty="0">
              <a:cs typeface="Arial" panose="020B0604020202020204" pitchFamily="34" charset="0"/>
            </a:endParaRPr>
          </a:p>
          <a:p>
            <a:pPr marL="120650" eaLnBrk="1" hangingPunct="1">
              <a:spcBef>
                <a:spcPts val="400"/>
              </a:spcBef>
              <a:buClrTx/>
              <a:buFontTx/>
            </a:pPr>
            <a:endParaRPr lang="en-US" altLang="en-US" dirty="0">
              <a:cs typeface="Arial" panose="020B0604020202020204" pitchFamily="34" charset="0"/>
            </a:endParaRPr>
          </a:p>
          <a:p>
            <a:pPr marL="120650" eaLnBrk="1" hangingPunct="1">
              <a:spcBef>
                <a:spcPts val="400"/>
              </a:spcBef>
              <a:buClrTx/>
              <a:buFontTx/>
            </a:pPr>
            <a:endParaRPr lang="en-US" altLang="en-US" dirty="0">
              <a:cs typeface="Arial" panose="020B0604020202020204" pitchFamily="34" charset="0"/>
            </a:endParaRPr>
          </a:p>
          <a:p>
            <a:pPr marL="120650" eaLnBrk="1" hangingPunct="1">
              <a:spcBef>
                <a:spcPts val="400"/>
              </a:spcBef>
              <a:buClrTx/>
              <a:buFontTx/>
            </a:pPr>
            <a:endParaRPr lang="en-US" altLang="en-US" dirty="0">
              <a:cs typeface="Arial" panose="020B0604020202020204" pitchFamily="34" charset="0"/>
            </a:endParaRPr>
          </a:p>
          <a:p>
            <a:pPr marL="120650" eaLnBrk="1" hangingPunct="1">
              <a:spcBef>
                <a:spcPts val="400"/>
              </a:spcBef>
              <a:buClrTx/>
            </a:pPr>
            <a:endParaRPr lang="en-US" altLang="en-US" dirty="0">
              <a:cs typeface="Arial" panose="020B0604020202020204" pitchFamily="34" charset="0"/>
            </a:endParaRPr>
          </a:p>
        </p:txBody>
      </p:sp>
      <p:sp>
        <p:nvSpPr>
          <p:cNvPr id="5124" name="Text Box 4">
            <a:extLst>
              <a:ext uri="{FF2B5EF4-FFF2-40B4-BE49-F238E27FC236}">
                <a16:creationId xmlns:a16="http://schemas.microsoft.com/office/drawing/2014/main" id="{AE882D4F-0A85-4258-9D6D-E8791E00E512}"/>
              </a:ext>
            </a:extLst>
          </p:cNvPr>
          <p:cNvSpPr txBox="1">
            <a:spLocks noChangeArrowheads="1"/>
          </p:cNvSpPr>
          <p:nvPr/>
        </p:nvSpPr>
        <p:spPr bwMode="auto">
          <a:xfrm>
            <a:off x="4022725" y="6430963"/>
            <a:ext cx="1039813" cy="276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200">
                <a:solidFill>
                  <a:srgbClr val="0033CC"/>
                </a:solidFill>
                <a:cs typeface="DejaVu Sans" pitchFamily="32" charset="0"/>
              </a:rPr>
              <a:t>TCS Internal</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9" name="Text Box 1">
            <a:extLst>
              <a:ext uri="{FF2B5EF4-FFF2-40B4-BE49-F238E27FC236}">
                <a16:creationId xmlns:a16="http://schemas.microsoft.com/office/drawing/2014/main" id="{3D2E15B8-55ED-46E8-BA01-16704C5DE805}"/>
              </a:ext>
            </a:extLst>
          </p:cNvPr>
          <p:cNvSpPr txBox="1">
            <a:spLocks noChangeArrowheads="1"/>
          </p:cNvSpPr>
          <p:nvPr/>
        </p:nvSpPr>
        <p:spPr bwMode="auto">
          <a:xfrm>
            <a:off x="8477250" y="6461125"/>
            <a:ext cx="381000" cy="265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algn="r" eaLnBrk="1" hangingPunct="1">
              <a:spcBef>
                <a:spcPts val="563"/>
              </a:spcBef>
              <a:buClrTx/>
              <a:buFontTx/>
              <a:buNone/>
            </a:pPr>
            <a:fld id="{A4C4D1A4-0089-4AED-9CE3-D7762AA7C9E6}" type="slidenum">
              <a:rPr lang="en-US" altLang="en-US" sz="900" b="1">
                <a:solidFill>
                  <a:srgbClr val="4E84C4"/>
                </a:solidFill>
                <a:latin typeface="Myriad Pro" pitchFamily="32" charset="0"/>
              </a:rPr>
              <a:pPr algn="r" eaLnBrk="1" hangingPunct="1">
                <a:spcBef>
                  <a:spcPts val="563"/>
                </a:spcBef>
                <a:buClrTx/>
                <a:buFontTx/>
                <a:buNone/>
              </a:pPr>
              <a:t>3</a:t>
            </a:fld>
            <a:endParaRPr lang="en-US" altLang="en-US" sz="900" b="1">
              <a:solidFill>
                <a:srgbClr val="4E84C4"/>
              </a:solidFill>
              <a:latin typeface="Myriad Pro" pitchFamily="32" charset="0"/>
            </a:endParaRPr>
          </a:p>
        </p:txBody>
      </p:sp>
      <p:sp>
        <p:nvSpPr>
          <p:cNvPr id="7171" name="Rectangle 3">
            <a:extLst>
              <a:ext uri="{FF2B5EF4-FFF2-40B4-BE49-F238E27FC236}">
                <a16:creationId xmlns:a16="http://schemas.microsoft.com/office/drawing/2014/main" id="{7CF55ACE-C462-4A89-B58D-A593CC4EC317}"/>
              </a:ext>
            </a:extLst>
          </p:cNvPr>
          <p:cNvSpPr>
            <a:spLocks noChangeArrowheads="1"/>
          </p:cNvSpPr>
          <p:nvPr/>
        </p:nvSpPr>
        <p:spPr bwMode="auto">
          <a:xfrm>
            <a:off x="425439" y="2133975"/>
            <a:ext cx="7988419" cy="343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marL="207963" indent="-206375">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1pPr>
            <a:lvl2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2pPr>
            <a:lvl3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3pPr>
            <a:lvl4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4pPr>
            <a:lvl5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9pPr>
          </a:lstStyle>
          <a:p>
            <a:pPr marL="1270" indent="0" algn="just">
              <a:buClrTx/>
            </a:pPr>
            <a:r>
              <a:rPr lang="en-US" sz="2400" b="1" dirty="0">
                <a:latin typeface="Arial"/>
                <a:ea typeface="Microsoft YaHei"/>
                <a:cs typeface="Arial"/>
              </a:rPr>
              <a:t>Ensemble Learning</a:t>
            </a:r>
            <a:endParaRPr lang="en-US" dirty="0"/>
          </a:p>
          <a:p>
            <a:pPr marL="1270" indent="0" algn="just">
              <a:buClrTx/>
            </a:pPr>
            <a:endParaRPr lang="en-US" sz="2200" b="1" dirty="0">
              <a:latin typeface="Arial"/>
              <a:ea typeface="Microsoft YaHei"/>
              <a:cs typeface="Arial"/>
            </a:endParaRPr>
          </a:p>
          <a:p>
            <a:pPr marL="344170" indent="-342900" algn="just">
              <a:buClrTx/>
              <a:buFont typeface="Wingdings" panose="02020603050405020304" pitchFamily="18" charset="0"/>
              <a:buChar char="§"/>
            </a:pPr>
            <a:r>
              <a:rPr lang="en-US" sz="2200" b="1" dirty="0">
                <a:latin typeface="Arial"/>
                <a:ea typeface="Microsoft YaHei"/>
                <a:cs typeface="Arial"/>
              </a:rPr>
              <a:t>Ensemble learning</a:t>
            </a:r>
            <a:r>
              <a:rPr lang="en-US" sz="2200" dirty="0">
                <a:latin typeface="Arial"/>
                <a:ea typeface="Microsoft YaHei"/>
                <a:cs typeface="Arial"/>
              </a:rPr>
              <a:t> is a machine learning paradigm where multiple models trained to solve the problem more accurately than single complex model.</a:t>
            </a:r>
            <a:endParaRPr lang="en-US" dirty="0">
              <a:cs typeface="Arial" panose="020B0604020202020204" pitchFamily="34" charset="0"/>
            </a:endParaRPr>
          </a:p>
          <a:p>
            <a:pPr marL="344170" indent="-342900" algn="just">
              <a:buClrTx/>
              <a:buFont typeface="Wingdings" panose="02020603050405020304" pitchFamily="18" charset="0"/>
              <a:buChar char="§"/>
            </a:pPr>
            <a:r>
              <a:rPr lang="en-US" sz="2200" dirty="0">
                <a:latin typeface="Arial"/>
                <a:ea typeface="Microsoft YaHei"/>
                <a:cs typeface="Arial"/>
              </a:rPr>
              <a:t>The hypothesis behind ensemble learning is that a group of weak learners together form a strong learner.</a:t>
            </a:r>
          </a:p>
          <a:p>
            <a:pPr marL="344170" indent="-342900" algn="just">
              <a:buClrTx/>
              <a:buFont typeface="Wingdings" panose="02020603050405020304" pitchFamily="18" charset="0"/>
              <a:buChar char="§"/>
            </a:pPr>
            <a:r>
              <a:rPr lang="en-US" sz="2200" dirty="0">
                <a:latin typeface="Arial"/>
                <a:ea typeface="Microsoft YaHei"/>
                <a:cs typeface="Arial"/>
              </a:rPr>
              <a:t>They may combine outputs to get better accuracy.</a:t>
            </a:r>
            <a:endParaRPr lang="en-US" sz="2200" dirty="0">
              <a:cs typeface="Arial" panose="020B0604020202020204" pitchFamily="34" charset="0"/>
            </a:endParaRPr>
          </a:p>
          <a:p>
            <a:pPr marL="1270" indent="0" algn="just">
              <a:buClrTx/>
            </a:pPr>
            <a:endParaRPr lang="en-US" sz="2200" dirty="0">
              <a:cs typeface="Arial" panose="020B0604020202020204" pitchFamily="34" charset="0"/>
            </a:endParaRPr>
          </a:p>
          <a:p>
            <a:pPr marL="1270" indent="0" algn="just">
              <a:buClrTx/>
            </a:pPr>
            <a:endParaRPr lang="en-US" sz="2200" dirty="0">
              <a:cs typeface="Arial" panose="020B0604020202020204" pitchFamily="34" charset="0"/>
            </a:endParaRPr>
          </a:p>
          <a:p>
            <a:pPr marL="344170" indent="-342900" algn="just">
              <a:buClrTx/>
              <a:buFont typeface="Arial" panose="02020603050405020304" pitchFamily="18" charset="0"/>
              <a:buChar char="•"/>
            </a:pPr>
            <a:endParaRPr lang="en-US" sz="2200" dirty="0">
              <a:latin typeface="Arial"/>
              <a:ea typeface="Microsoft YaHei"/>
              <a:cs typeface="Arial"/>
            </a:endParaRPr>
          </a:p>
          <a:p>
            <a:pPr marL="344170" indent="-342900" algn="just">
              <a:buClrTx/>
              <a:buFont typeface="Arial" panose="02020603050405020304" pitchFamily="18" charset="0"/>
              <a:buChar char="•"/>
            </a:pPr>
            <a:endParaRPr lang="en-US" sz="2000" dirty="0">
              <a:latin typeface="Arial"/>
              <a:ea typeface="Microsoft YaHei"/>
              <a:cs typeface="Arial"/>
            </a:endParaRPr>
          </a:p>
        </p:txBody>
      </p:sp>
      <p:sp>
        <p:nvSpPr>
          <p:cNvPr id="7172" name="Text Box 4">
            <a:extLst>
              <a:ext uri="{FF2B5EF4-FFF2-40B4-BE49-F238E27FC236}">
                <a16:creationId xmlns:a16="http://schemas.microsoft.com/office/drawing/2014/main" id="{742377C2-0CD7-4AD6-B54B-0712A8AA7D15}"/>
              </a:ext>
            </a:extLst>
          </p:cNvPr>
          <p:cNvSpPr txBox="1">
            <a:spLocks noChangeArrowheads="1"/>
          </p:cNvSpPr>
          <p:nvPr/>
        </p:nvSpPr>
        <p:spPr bwMode="auto">
          <a:xfrm>
            <a:off x="4097338" y="6430963"/>
            <a:ext cx="1039812" cy="276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200">
                <a:solidFill>
                  <a:srgbClr val="0033CC"/>
                </a:solidFill>
                <a:cs typeface="DejaVu Sans" pitchFamily="32" charset="0"/>
              </a:rPr>
              <a:t>TCS Internal</a:t>
            </a:r>
          </a:p>
        </p:txBody>
      </p:sp>
      <p:sp>
        <p:nvSpPr>
          <p:cNvPr id="2" name="Text Box 2">
            <a:extLst>
              <a:ext uri="{FF2B5EF4-FFF2-40B4-BE49-F238E27FC236}">
                <a16:creationId xmlns:a16="http://schemas.microsoft.com/office/drawing/2014/main" id="{08EB4E0F-8598-4A51-BF3F-0F88BB418FA4}"/>
              </a:ext>
            </a:extLst>
          </p:cNvPr>
          <p:cNvSpPr txBox="1">
            <a:spLocks noChangeArrowheads="1"/>
          </p:cNvSpPr>
          <p:nvPr/>
        </p:nvSpPr>
        <p:spPr bwMode="auto">
          <a:xfrm>
            <a:off x="342900" y="274638"/>
            <a:ext cx="8442325" cy="595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algn="ctr">
              <a:buClrTx/>
            </a:pPr>
            <a:r>
              <a:rPr lang="en-US" sz="2800" dirty="0">
                <a:solidFill>
                  <a:srgbClr val="4E84C4"/>
                </a:solidFill>
                <a:latin typeface="Myriad Pro"/>
                <a:ea typeface="Microsoft YaHei"/>
                <a:cs typeface="Arial"/>
              </a:rPr>
              <a:t>Machine Learning –  Ensemble Methods</a:t>
            </a:r>
          </a:p>
        </p:txBody>
      </p:sp>
    </p:spTree>
    <p:extLst>
      <p:ext uri="{BB962C8B-B14F-4D97-AF65-F5344CB8AC3E}">
        <p14:creationId xmlns:p14="http://schemas.microsoft.com/office/powerpoint/2010/main" val="354054936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9" name="Text Box 1">
            <a:extLst>
              <a:ext uri="{FF2B5EF4-FFF2-40B4-BE49-F238E27FC236}">
                <a16:creationId xmlns:a16="http://schemas.microsoft.com/office/drawing/2014/main" id="{3D2E15B8-55ED-46E8-BA01-16704C5DE805}"/>
              </a:ext>
            </a:extLst>
          </p:cNvPr>
          <p:cNvSpPr txBox="1">
            <a:spLocks noChangeArrowheads="1"/>
          </p:cNvSpPr>
          <p:nvPr/>
        </p:nvSpPr>
        <p:spPr bwMode="auto">
          <a:xfrm>
            <a:off x="8477250" y="6461125"/>
            <a:ext cx="381000" cy="265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algn="r" eaLnBrk="1" hangingPunct="1">
              <a:spcBef>
                <a:spcPts val="563"/>
              </a:spcBef>
              <a:buClrTx/>
              <a:buFontTx/>
              <a:buNone/>
            </a:pPr>
            <a:fld id="{A4C4D1A4-0089-4AED-9CE3-D7762AA7C9E6}" type="slidenum">
              <a:rPr lang="en-US" altLang="en-US" sz="900" b="1">
                <a:solidFill>
                  <a:srgbClr val="4E84C4"/>
                </a:solidFill>
                <a:latin typeface="Myriad Pro" pitchFamily="32" charset="0"/>
              </a:rPr>
              <a:pPr algn="r" eaLnBrk="1" hangingPunct="1">
                <a:spcBef>
                  <a:spcPts val="563"/>
                </a:spcBef>
                <a:buClrTx/>
                <a:buFontTx/>
                <a:buNone/>
              </a:pPr>
              <a:t>4</a:t>
            </a:fld>
            <a:endParaRPr lang="en-US" altLang="en-US" sz="900" b="1">
              <a:solidFill>
                <a:srgbClr val="4E84C4"/>
              </a:solidFill>
              <a:latin typeface="Myriad Pro" pitchFamily="32" charset="0"/>
            </a:endParaRPr>
          </a:p>
        </p:txBody>
      </p:sp>
      <p:sp>
        <p:nvSpPr>
          <p:cNvPr id="7171" name="Rectangle 3">
            <a:extLst>
              <a:ext uri="{FF2B5EF4-FFF2-40B4-BE49-F238E27FC236}">
                <a16:creationId xmlns:a16="http://schemas.microsoft.com/office/drawing/2014/main" id="{7CF55ACE-C462-4A89-B58D-A593CC4EC317}"/>
              </a:ext>
            </a:extLst>
          </p:cNvPr>
          <p:cNvSpPr>
            <a:spLocks noChangeArrowheads="1"/>
          </p:cNvSpPr>
          <p:nvPr/>
        </p:nvSpPr>
        <p:spPr bwMode="auto">
          <a:xfrm>
            <a:off x="425439" y="2133975"/>
            <a:ext cx="7988419" cy="833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marL="207963" indent="-206375">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1pPr>
            <a:lvl2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2pPr>
            <a:lvl3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3pPr>
            <a:lvl4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4pPr>
            <a:lvl5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9pPr>
          </a:lstStyle>
          <a:p>
            <a:pPr marL="1270" indent="0" algn="just">
              <a:buClrTx/>
            </a:pPr>
            <a:r>
              <a:rPr lang="en-US" sz="2400" b="1" dirty="0">
                <a:latin typeface="Arial"/>
                <a:ea typeface="Microsoft YaHei"/>
                <a:cs typeface="Arial"/>
              </a:rPr>
              <a:t>Ensemble Learning</a:t>
            </a:r>
            <a:endParaRPr lang="en-US" dirty="0"/>
          </a:p>
          <a:p>
            <a:pPr marL="1270" indent="0" algn="just">
              <a:buClrTx/>
            </a:pPr>
            <a:endParaRPr lang="en-US" sz="2200" b="1" dirty="0">
              <a:latin typeface="Arial"/>
              <a:ea typeface="Microsoft YaHei"/>
              <a:cs typeface="Arial"/>
            </a:endParaRPr>
          </a:p>
          <a:p>
            <a:pPr marL="1270" indent="0" algn="just">
              <a:buClrTx/>
            </a:pPr>
            <a:endParaRPr lang="en-US" sz="2200" dirty="0">
              <a:cs typeface="Arial" panose="020B0604020202020204" pitchFamily="34" charset="0"/>
            </a:endParaRPr>
          </a:p>
          <a:p>
            <a:pPr marL="1270" indent="0" algn="just">
              <a:buClrTx/>
            </a:pPr>
            <a:endParaRPr lang="en-US" sz="2200" dirty="0">
              <a:cs typeface="Arial" panose="020B0604020202020204" pitchFamily="34" charset="0"/>
            </a:endParaRPr>
          </a:p>
          <a:p>
            <a:pPr marL="344170" indent="-342900" algn="just">
              <a:buClrTx/>
              <a:buFont typeface="Arial" panose="02020603050405020304" pitchFamily="18" charset="0"/>
              <a:buChar char="•"/>
            </a:pPr>
            <a:endParaRPr lang="en-US" sz="2200" dirty="0">
              <a:latin typeface="Arial"/>
              <a:ea typeface="Microsoft YaHei"/>
              <a:cs typeface="Arial"/>
            </a:endParaRPr>
          </a:p>
          <a:p>
            <a:pPr marL="344170" indent="-342900" algn="just">
              <a:buClrTx/>
              <a:buFont typeface="Arial" panose="02020603050405020304" pitchFamily="18" charset="0"/>
              <a:buChar char="•"/>
            </a:pPr>
            <a:endParaRPr lang="en-US" sz="2000" dirty="0">
              <a:latin typeface="Arial"/>
              <a:ea typeface="Microsoft YaHei"/>
              <a:cs typeface="Arial"/>
            </a:endParaRPr>
          </a:p>
        </p:txBody>
      </p:sp>
      <p:sp>
        <p:nvSpPr>
          <p:cNvPr id="7172" name="Text Box 4">
            <a:extLst>
              <a:ext uri="{FF2B5EF4-FFF2-40B4-BE49-F238E27FC236}">
                <a16:creationId xmlns:a16="http://schemas.microsoft.com/office/drawing/2014/main" id="{742377C2-0CD7-4AD6-B54B-0712A8AA7D15}"/>
              </a:ext>
            </a:extLst>
          </p:cNvPr>
          <p:cNvSpPr txBox="1">
            <a:spLocks noChangeArrowheads="1"/>
          </p:cNvSpPr>
          <p:nvPr/>
        </p:nvSpPr>
        <p:spPr bwMode="auto">
          <a:xfrm>
            <a:off x="4097338" y="6430963"/>
            <a:ext cx="1039812" cy="276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200">
                <a:solidFill>
                  <a:srgbClr val="0033CC"/>
                </a:solidFill>
                <a:cs typeface="DejaVu Sans" pitchFamily="32" charset="0"/>
              </a:rPr>
              <a:t>TCS Internal</a:t>
            </a:r>
          </a:p>
        </p:txBody>
      </p:sp>
      <p:sp>
        <p:nvSpPr>
          <p:cNvPr id="2" name="Text Box 2">
            <a:extLst>
              <a:ext uri="{FF2B5EF4-FFF2-40B4-BE49-F238E27FC236}">
                <a16:creationId xmlns:a16="http://schemas.microsoft.com/office/drawing/2014/main" id="{08EB4E0F-8598-4A51-BF3F-0F88BB418FA4}"/>
              </a:ext>
            </a:extLst>
          </p:cNvPr>
          <p:cNvSpPr txBox="1">
            <a:spLocks noChangeArrowheads="1"/>
          </p:cNvSpPr>
          <p:nvPr/>
        </p:nvSpPr>
        <p:spPr bwMode="auto">
          <a:xfrm>
            <a:off x="342900" y="274638"/>
            <a:ext cx="8442325" cy="595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algn="ctr">
              <a:buClrTx/>
            </a:pPr>
            <a:r>
              <a:rPr lang="en-US" sz="2800" dirty="0">
                <a:solidFill>
                  <a:srgbClr val="4E84C4"/>
                </a:solidFill>
                <a:latin typeface="Myriad Pro"/>
                <a:ea typeface="Microsoft YaHei"/>
                <a:cs typeface="Arial"/>
              </a:rPr>
              <a:t>Machine Learning –  Ensemble Methods</a:t>
            </a:r>
          </a:p>
        </p:txBody>
      </p:sp>
      <p:pic>
        <p:nvPicPr>
          <p:cNvPr id="3" name="Picture 3" descr="A close up of a map&#10;&#10;Description generated with high confidence">
            <a:extLst>
              <a:ext uri="{FF2B5EF4-FFF2-40B4-BE49-F238E27FC236}">
                <a16:creationId xmlns:a16="http://schemas.microsoft.com/office/drawing/2014/main" id="{6E3C410E-B816-48C2-BC38-6A5A85F83CAB}"/>
              </a:ext>
            </a:extLst>
          </p:cNvPr>
          <p:cNvPicPr>
            <a:picLocks noChangeAspect="1"/>
          </p:cNvPicPr>
          <p:nvPr/>
        </p:nvPicPr>
        <p:blipFill>
          <a:blip r:embed="rId3"/>
          <a:stretch>
            <a:fillRect/>
          </a:stretch>
        </p:blipFill>
        <p:spPr>
          <a:xfrm>
            <a:off x="770627" y="1647070"/>
            <a:ext cx="7430217" cy="4038313"/>
          </a:xfrm>
          <a:prstGeom prst="rect">
            <a:avLst/>
          </a:prstGeom>
        </p:spPr>
      </p:pic>
    </p:spTree>
    <p:extLst>
      <p:ext uri="{BB962C8B-B14F-4D97-AF65-F5344CB8AC3E}">
        <p14:creationId xmlns:p14="http://schemas.microsoft.com/office/powerpoint/2010/main" val="2108291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9" name="Text Box 1">
            <a:extLst>
              <a:ext uri="{FF2B5EF4-FFF2-40B4-BE49-F238E27FC236}">
                <a16:creationId xmlns:a16="http://schemas.microsoft.com/office/drawing/2014/main" id="{3D2E15B8-55ED-46E8-BA01-16704C5DE805}"/>
              </a:ext>
            </a:extLst>
          </p:cNvPr>
          <p:cNvSpPr txBox="1">
            <a:spLocks noChangeArrowheads="1"/>
          </p:cNvSpPr>
          <p:nvPr/>
        </p:nvSpPr>
        <p:spPr bwMode="auto">
          <a:xfrm>
            <a:off x="8477250" y="6461125"/>
            <a:ext cx="381000" cy="265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algn="r" eaLnBrk="1" hangingPunct="1">
              <a:spcBef>
                <a:spcPts val="563"/>
              </a:spcBef>
              <a:buClrTx/>
              <a:buFontTx/>
              <a:buNone/>
            </a:pPr>
            <a:fld id="{A4C4D1A4-0089-4AED-9CE3-D7762AA7C9E6}" type="slidenum">
              <a:rPr lang="en-US" altLang="en-US" sz="900" b="1">
                <a:solidFill>
                  <a:srgbClr val="4E84C4"/>
                </a:solidFill>
                <a:latin typeface="Myriad Pro" pitchFamily="32" charset="0"/>
              </a:rPr>
              <a:pPr algn="r" eaLnBrk="1" hangingPunct="1">
                <a:spcBef>
                  <a:spcPts val="563"/>
                </a:spcBef>
                <a:buClrTx/>
                <a:buFontTx/>
                <a:buNone/>
              </a:pPr>
              <a:t>5</a:t>
            </a:fld>
            <a:endParaRPr lang="en-US" altLang="en-US" sz="900" b="1">
              <a:solidFill>
                <a:srgbClr val="4E84C4"/>
              </a:solidFill>
              <a:latin typeface="Myriad Pro" pitchFamily="32" charset="0"/>
            </a:endParaRPr>
          </a:p>
        </p:txBody>
      </p:sp>
      <p:sp>
        <p:nvSpPr>
          <p:cNvPr id="7171" name="Rectangle 3">
            <a:extLst>
              <a:ext uri="{FF2B5EF4-FFF2-40B4-BE49-F238E27FC236}">
                <a16:creationId xmlns:a16="http://schemas.microsoft.com/office/drawing/2014/main" id="{7CF55ACE-C462-4A89-B58D-A593CC4EC317}"/>
              </a:ext>
            </a:extLst>
          </p:cNvPr>
          <p:cNvSpPr>
            <a:spLocks noChangeArrowheads="1"/>
          </p:cNvSpPr>
          <p:nvPr/>
        </p:nvSpPr>
        <p:spPr bwMode="auto">
          <a:xfrm>
            <a:off x="339175" y="1012541"/>
            <a:ext cx="7988419" cy="27575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marL="207963" indent="-206375">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1pPr>
            <a:lvl2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2pPr>
            <a:lvl3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3pPr>
            <a:lvl4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4pPr>
            <a:lvl5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9pPr>
          </a:lstStyle>
          <a:p>
            <a:pPr marL="1270" indent="0" algn="just">
              <a:buClrTx/>
            </a:pPr>
            <a:r>
              <a:rPr lang="en-US" sz="2400" b="1" dirty="0">
                <a:latin typeface="Arial"/>
                <a:ea typeface="Microsoft YaHei"/>
                <a:cs typeface="Arial"/>
              </a:rPr>
              <a:t>Ensemble Learning</a:t>
            </a:r>
            <a:endParaRPr lang="en-US" dirty="0"/>
          </a:p>
          <a:p>
            <a:pPr marL="1270" indent="0" algn="just">
              <a:buClrTx/>
            </a:pPr>
            <a:endParaRPr lang="en-US" sz="2400" b="1" dirty="0">
              <a:latin typeface="Arial"/>
              <a:ea typeface="Microsoft YaHei"/>
              <a:cs typeface="Arial"/>
            </a:endParaRPr>
          </a:p>
          <a:p>
            <a:pPr marL="344170" indent="-342900" algn="just">
              <a:buClrTx/>
              <a:buFont typeface="Wingdings" panose="02020603050405020304" pitchFamily="18" charset="0"/>
              <a:buChar char="§"/>
            </a:pPr>
            <a:r>
              <a:rPr lang="en-US" sz="2200" dirty="0">
                <a:latin typeface="Arial"/>
                <a:ea typeface="Microsoft YaHei"/>
                <a:cs typeface="Arial"/>
              </a:rPr>
              <a:t>Ensemble learning follows Divide and Conquer</a:t>
            </a:r>
          </a:p>
          <a:p>
            <a:pPr marL="1270" indent="0" algn="just">
              <a:buClrTx/>
            </a:pPr>
            <a:endParaRPr lang="en-US" sz="2200" b="1" dirty="0">
              <a:cs typeface="Arial" panose="020B0604020202020204" pitchFamily="34" charset="0"/>
            </a:endParaRPr>
          </a:p>
          <a:p>
            <a:pPr marL="1270" indent="0" algn="just">
              <a:buClrTx/>
            </a:pPr>
            <a:endParaRPr lang="en-US" sz="2200" dirty="0">
              <a:cs typeface="Arial" panose="020B0604020202020204" pitchFamily="34" charset="0"/>
            </a:endParaRPr>
          </a:p>
          <a:p>
            <a:pPr marL="1270" indent="0" algn="just">
              <a:buClrTx/>
            </a:pPr>
            <a:endParaRPr lang="en-US" sz="2200" dirty="0">
              <a:cs typeface="Arial" panose="020B0604020202020204" pitchFamily="34" charset="0"/>
            </a:endParaRPr>
          </a:p>
          <a:p>
            <a:pPr marL="344170" indent="-342900" algn="just">
              <a:buClrTx/>
              <a:buFont typeface="Arial" panose="02020603050405020304" pitchFamily="18" charset="0"/>
              <a:buChar char="•"/>
            </a:pPr>
            <a:endParaRPr lang="en-US" sz="2200" dirty="0">
              <a:latin typeface="Arial"/>
              <a:ea typeface="Microsoft YaHei"/>
              <a:cs typeface="Arial"/>
            </a:endParaRPr>
          </a:p>
          <a:p>
            <a:pPr marL="344170" indent="-342900" algn="just">
              <a:buClrTx/>
              <a:buFont typeface="Arial" panose="02020603050405020304" pitchFamily="18" charset="0"/>
              <a:buChar char="•"/>
            </a:pPr>
            <a:endParaRPr lang="en-US" sz="2000" dirty="0">
              <a:latin typeface="Arial"/>
              <a:ea typeface="Microsoft YaHei"/>
              <a:cs typeface="Arial"/>
            </a:endParaRPr>
          </a:p>
        </p:txBody>
      </p:sp>
      <p:sp>
        <p:nvSpPr>
          <p:cNvPr id="7172" name="Text Box 4">
            <a:extLst>
              <a:ext uri="{FF2B5EF4-FFF2-40B4-BE49-F238E27FC236}">
                <a16:creationId xmlns:a16="http://schemas.microsoft.com/office/drawing/2014/main" id="{742377C2-0CD7-4AD6-B54B-0712A8AA7D15}"/>
              </a:ext>
            </a:extLst>
          </p:cNvPr>
          <p:cNvSpPr txBox="1">
            <a:spLocks noChangeArrowheads="1"/>
          </p:cNvSpPr>
          <p:nvPr/>
        </p:nvSpPr>
        <p:spPr bwMode="auto">
          <a:xfrm>
            <a:off x="4097338" y="6430963"/>
            <a:ext cx="1039812" cy="276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200">
                <a:solidFill>
                  <a:srgbClr val="0033CC"/>
                </a:solidFill>
                <a:cs typeface="DejaVu Sans" pitchFamily="32" charset="0"/>
              </a:rPr>
              <a:t>TCS Internal</a:t>
            </a:r>
          </a:p>
        </p:txBody>
      </p:sp>
      <p:sp>
        <p:nvSpPr>
          <p:cNvPr id="2" name="Text Box 2">
            <a:extLst>
              <a:ext uri="{FF2B5EF4-FFF2-40B4-BE49-F238E27FC236}">
                <a16:creationId xmlns:a16="http://schemas.microsoft.com/office/drawing/2014/main" id="{08EB4E0F-8598-4A51-BF3F-0F88BB418FA4}"/>
              </a:ext>
            </a:extLst>
          </p:cNvPr>
          <p:cNvSpPr txBox="1">
            <a:spLocks noChangeArrowheads="1"/>
          </p:cNvSpPr>
          <p:nvPr/>
        </p:nvSpPr>
        <p:spPr bwMode="auto">
          <a:xfrm>
            <a:off x="342900" y="274638"/>
            <a:ext cx="8442325" cy="595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algn="ctr">
              <a:buClrTx/>
            </a:pPr>
            <a:r>
              <a:rPr lang="en-US" sz="2800" dirty="0">
                <a:solidFill>
                  <a:srgbClr val="4E84C4"/>
                </a:solidFill>
                <a:latin typeface="Myriad Pro"/>
                <a:ea typeface="Microsoft YaHei"/>
                <a:cs typeface="Arial"/>
              </a:rPr>
              <a:t>Machine Learning –  Ensemble Methods</a:t>
            </a:r>
          </a:p>
        </p:txBody>
      </p:sp>
      <p:pic>
        <p:nvPicPr>
          <p:cNvPr id="4" name="Picture 4" descr="A close up of a logo&#10;&#10;Description generated with high confidence">
            <a:extLst>
              <a:ext uri="{FF2B5EF4-FFF2-40B4-BE49-F238E27FC236}">
                <a16:creationId xmlns:a16="http://schemas.microsoft.com/office/drawing/2014/main" id="{61D01434-4C54-4D47-98AD-C6479A201441}"/>
              </a:ext>
            </a:extLst>
          </p:cNvPr>
          <p:cNvPicPr>
            <a:picLocks noChangeAspect="1"/>
          </p:cNvPicPr>
          <p:nvPr/>
        </p:nvPicPr>
        <p:blipFill>
          <a:blip r:embed="rId3"/>
          <a:stretch>
            <a:fillRect/>
          </a:stretch>
        </p:blipFill>
        <p:spPr>
          <a:xfrm>
            <a:off x="238664" y="2199017"/>
            <a:ext cx="4511614" cy="3394493"/>
          </a:xfrm>
          <a:prstGeom prst="rect">
            <a:avLst/>
          </a:prstGeom>
        </p:spPr>
      </p:pic>
      <p:pic>
        <p:nvPicPr>
          <p:cNvPr id="6" name="Picture 6" descr="A close up of a map&#10;&#10;Description generated with high confidence">
            <a:extLst>
              <a:ext uri="{FF2B5EF4-FFF2-40B4-BE49-F238E27FC236}">
                <a16:creationId xmlns:a16="http://schemas.microsoft.com/office/drawing/2014/main" id="{F1BE2459-AA75-4E9A-999E-60B3693F2AF4}"/>
              </a:ext>
            </a:extLst>
          </p:cNvPr>
          <p:cNvPicPr>
            <a:picLocks noChangeAspect="1"/>
          </p:cNvPicPr>
          <p:nvPr/>
        </p:nvPicPr>
        <p:blipFill>
          <a:blip r:embed="rId4"/>
          <a:stretch>
            <a:fillRect/>
          </a:stretch>
        </p:blipFill>
        <p:spPr>
          <a:xfrm>
            <a:off x="4364966" y="2155885"/>
            <a:ext cx="4497236" cy="3394492"/>
          </a:xfrm>
          <a:prstGeom prst="rect">
            <a:avLst/>
          </a:prstGeom>
        </p:spPr>
      </p:pic>
    </p:spTree>
    <p:extLst>
      <p:ext uri="{BB962C8B-B14F-4D97-AF65-F5344CB8AC3E}">
        <p14:creationId xmlns:p14="http://schemas.microsoft.com/office/powerpoint/2010/main" val="346170179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9" name="Text Box 1">
            <a:extLst>
              <a:ext uri="{FF2B5EF4-FFF2-40B4-BE49-F238E27FC236}">
                <a16:creationId xmlns:a16="http://schemas.microsoft.com/office/drawing/2014/main" id="{3D2E15B8-55ED-46E8-BA01-16704C5DE805}"/>
              </a:ext>
            </a:extLst>
          </p:cNvPr>
          <p:cNvSpPr txBox="1">
            <a:spLocks noChangeArrowheads="1"/>
          </p:cNvSpPr>
          <p:nvPr/>
        </p:nvSpPr>
        <p:spPr bwMode="auto">
          <a:xfrm>
            <a:off x="8477250" y="6461125"/>
            <a:ext cx="381000" cy="265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algn="r" eaLnBrk="1" hangingPunct="1">
              <a:spcBef>
                <a:spcPts val="563"/>
              </a:spcBef>
              <a:buClrTx/>
              <a:buFontTx/>
              <a:buNone/>
            </a:pPr>
            <a:fld id="{A4C4D1A4-0089-4AED-9CE3-D7762AA7C9E6}" type="slidenum">
              <a:rPr lang="en-US" altLang="en-US" sz="900" b="1">
                <a:solidFill>
                  <a:srgbClr val="4E84C4"/>
                </a:solidFill>
                <a:latin typeface="Myriad Pro" pitchFamily="32" charset="0"/>
              </a:rPr>
              <a:pPr algn="r" eaLnBrk="1" hangingPunct="1">
                <a:spcBef>
                  <a:spcPts val="563"/>
                </a:spcBef>
                <a:buClrTx/>
                <a:buFontTx/>
                <a:buNone/>
              </a:pPr>
              <a:t>6</a:t>
            </a:fld>
            <a:endParaRPr lang="en-US" altLang="en-US" sz="900" b="1">
              <a:solidFill>
                <a:srgbClr val="4E84C4"/>
              </a:solidFill>
              <a:latin typeface="Myriad Pro" pitchFamily="32" charset="0"/>
            </a:endParaRPr>
          </a:p>
        </p:txBody>
      </p:sp>
      <p:sp>
        <p:nvSpPr>
          <p:cNvPr id="7171" name="Rectangle 3">
            <a:extLst>
              <a:ext uri="{FF2B5EF4-FFF2-40B4-BE49-F238E27FC236}">
                <a16:creationId xmlns:a16="http://schemas.microsoft.com/office/drawing/2014/main" id="{7CF55ACE-C462-4A89-B58D-A593CC4EC317}"/>
              </a:ext>
            </a:extLst>
          </p:cNvPr>
          <p:cNvSpPr>
            <a:spLocks noChangeArrowheads="1"/>
          </p:cNvSpPr>
          <p:nvPr/>
        </p:nvSpPr>
        <p:spPr bwMode="auto">
          <a:xfrm>
            <a:off x="339175" y="2378391"/>
            <a:ext cx="7988419" cy="27575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marL="207963" indent="-206375">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1pPr>
            <a:lvl2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2pPr>
            <a:lvl3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3pPr>
            <a:lvl4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4pPr>
            <a:lvl5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9pPr>
          </a:lstStyle>
          <a:p>
            <a:pPr marL="1270" indent="0" algn="just">
              <a:buClrTx/>
            </a:pPr>
            <a:r>
              <a:rPr lang="en-US" sz="2400" b="1" dirty="0">
                <a:latin typeface="Arial"/>
                <a:ea typeface="Microsoft YaHei"/>
                <a:cs typeface="Arial"/>
              </a:rPr>
              <a:t>Ensemble Methods</a:t>
            </a:r>
            <a:endParaRPr lang="en-US" dirty="0"/>
          </a:p>
          <a:p>
            <a:pPr marL="1270" indent="0" algn="just">
              <a:buClrTx/>
            </a:pPr>
            <a:endParaRPr lang="en-US" sz="2400" b="1" dirty="0">
              <a:latin typeface="Arial"/>
              <a:ea typeface="Microsoft YaHei"/>
              <a:cs typeface="Arial"/>
            </a:endParaRPr>
          </a:p>
          <a:p>
            <a:pPr marL="344170" indent="-342900" algn="just">
              <a:buClrTx/>
              <a:buFont typeface="Wingdings" panose="02020603050405020304" pitchFamily="18" charset="0"/>
              <a:buChar char="§"/>
            </a:pPr>
            <a:r>
              <a:rPr lang="en-US" sz="2200" dirty="0">
                <a:latin typeface="Arial"/>
                <a:ea typeface="Microsoft YaHei"/>
                <a:cs typeface="Arial"/>
              </a:rPr>
              <a:t>An Ensemble method can have homogeneous weak </a:t>
            </a:r>
            <a:r>
              <a:rPr lang="en-US" sz="2200">
                <a:latin typeface="Arial"/>
                <a:ea typeface="Microsoft YaHei"/>
                <a:cs typeface="Arial"/>
              </a:rPr>
              <a:t>learners i.e a single base learning algorithm that are trained </a:t>
            </a:r>
            <a:r>
              <a:rPr lang="en-US" sz="2200" dirty="0">
                <a:latin typeface="Arial"/>
                <a:ea typeface="Microsoft YaHei"/>
                <a:cs typeface="Arial"/>
              </a:rPr>
              <a:t>with different subset of data/features. This is called </a:t>
            </a:r>
            <a:r>
              <a:rPr lang="en-US" sz="2200" b="1" dirty="0">
                <a:latin typeface="Arial"/>
                <a:ea typeface="Microsoft YaHei"/>
                <a:cs typeface="Arial"/>
              </a:rPr>
              <a:t>homogeneous ensembles model</a:t>
            </a:r>
            <a:endParaRPr lang="en-US" sz="2200" dirty="0">
              <a:latin typeface="Arial"/>
              <a:ea typeface="Microsoft YaHei"/>
              <a:cs typeface="Arial"/>
            </a:endParaRPr>
          </a:p>
          <a:p>
            <a:pPr marL="344170" indent="-342900" algn="just">
              <a:buClrTx/>
              <a:buFont typeface="Wingdings" panose="02020603050405020304" pitchFamily="18" charset="0"/>
              <a:buChar char="§"/>
            </a:pPr>
            <a:endParaRPr lang="en-US" sz="2200" b="1" dirty="0">
              <a:latin typeface="Arial"/>
              <a:ea typeface="Microsoft YaHei"/>
              <a:cs typeface="Arial"/>
            </a:endParaRPr>
          </a:p>
          <a:p>
            <a:pPr marL="344170" indent="-342900" algn="just">
              <a:buClrTx/>
              <a:buFont typeface="Wingdings" panose="02020603050405020304" pitchFamily="18" charset="0"/>
              <a:buChar char="§"/>
            </a:pPr>
            <a:r>
              <a:rPr lang="en-US" sz="2200" dirty="0">
                <a:latin typeface="Arial"/>
                <a:ea typeface="Microsoft YaHei"/>
                <a:cs typeface="Arial"/>
              </a:rPr>
              <a:t>Similarly an Ensemble method can have heterogeneous weak learners </a:t>
            </a:r>
            <a:r>
              <a:rPr lang="en-US" sz="2200" dirty="0" err="1">
                <a:latin typeface="Arial"/>
                <a:ea typeface="Microsoft YaHei"/>
                <a:cs typeface="Arial"/>
              </a:rPr>
              <a:t>i.e</a:t>
            </a:r>
            <a:r>
              <a:rPr lang="en-US" sz="2200" dirty="0">
                <a:latin typeface="Arial"/>
                <a:ea typeface="Microsoft YaHei"/>
                <a:cs typeface="Arial"/>
              </a:rPr>
              <a:t> different type of  base learning algorithm that are trained with different subset of data/features. This is called </a:t>
            </a:r>
            <a:r>
              <a:rPr lang="en-US" sz="2200" b="1" dirty="0">
                <a:latin typeface="Arial"/>
                <a:ea typeface="Microsoft YaHei"/>
                <a:cs typeface="Arial"/>
              </a:rPr>
              <a:t>heterogeneous ensembles model</a:t>
            </a:r>
            <a:endParaRPr lang="en-US" sz="2200" dirty="0">
              <a:latin typeface="Arial"/>
              <a:ea typeface="Microsoft YaHei"/>
              <a:cs typeface="Arial"/>
            </a:endParaRPr>
          </a:p>
          <a:p>
            <a:pPr marL="344170" indent="-342900" algn="just">
              <a:buClrTx/>
              <a:buFont typeface="Wingdings" panose="02020603050405020304" pitchFamily="18" charset="0"/>
              <a:buChar char="§"/>
            </a:pPr>
            <a:endParaRPr lang="en-US" sz="2200" b="1" dirty="0">
              <a:cs typeface="Arial" panose="020B0604020202020204" pitchFamily="34" charset="0"/>
            </a:endParaRPr>
          </a:p>
          <a:p>
            <a:pPr marL="1270" indent="0" algn="just">
              <a:buClrTx/>
            </a:pPr>
            <a:endParaRPr lang="en-US" sz="2200" dirty="0">
              <a:cs typeface="Arial" panose="020B0604020202020204" pitchFamily="34" charset="0"/>
            </a:endParaRPr>
          </a:p>
          <a:p>
            <a:pPr marL="1270" indent="0" algn="just">
              <a:buClrTx/>
            </a:pPr>
            <a:endParaRPr lang="en-US" sz="2200" dirty="0">
              <a:cs typeface="Arial" panose="020B0604020202020204" pitchFamily="34" charset="0"/>
            </a:endParaRPr>
          </a:p>
          <a:p>
            <a:pPr marL="344170" indent="-342900" algn="just">
              <a:buClrTx/>
              <a:buFont typeface="Arial" panose="02020603050405020304" pitchFamily="18" charset="0"/>
              <a:buChar char="•"/>
            </a:pPr>
            <a:endParaRPr lang="en-US" sz="2200" dirty="0">
              <a:latin typeface="Arial"/>
              <a:ea typeface="Microsoft YaHei"/>
              <a:cs typeface="Arial"/>
            </a:endParaRPr>
          </a:p>
          <a:p>
            <a:pPr marL="344170" indent="-342900" algn="just">
              <a:buClrTx/>
              <a:buFont typeface="Arial" panose="02020603050405020304" pitchFamily="18" charset="0"/>
              <a:buChar char="•"/>
            </a:pPr>
            <a:endParaRPr lang="en-US" sz="2000" dirty="0">
              <a:latin typeface="Arial"/>
              <a:ea typeface="Microsoft YaHei"/>
              <a:cs typeface="Arial"/>
            </a:endParaRPr>
          </a:p>
        </p:txBody>
      </p:sp>
      <p:sp>
        <p:nvSpPr>
          <p:cNvPr id="7172" name="Text Box 4">
            <a:extLst>
              <a:ext uri="{FF2B5EF4-FFF2-40B4-BE49-F238E27FC236}">
                <a16:creationId xmlns:a16="http://schemas.microsoft.com/office/drawing/2014/main" id="{742377C2-0CD7-4AD6-B54B-0712A8AA7D15}"/>
              </a:ext>
            </a:extLst>
          </p:cNvPr>
          <p:cNvSpPr txBox="1">
            <a:spLocks noChangeArrowheads="1"/>
          </p:cNvSpPr>
          <p:nvPr/>
        </p:nvSpPr>
        <p:spPr bwMode="auto">
          <a:xfrm>
            <a:off x="4097338" y="6430963"/>
            <a:ext cx="1039812" cy="276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200">
                <a:solidFill>
                  <a:srgbClr val="0033CC"/>
                </a:solidFill>
                <a:cs typeface="DejaVu Sans" pitchFamily="32" charset="0"/>
              </a:rPr>
              <a:t>TCS Internal</a:t>
            </a:r>
          </a:p>
        </p:txBody>
      </p:sp>
      <p:sp>
        <p:nvSpPr>
          <p:cNvPr id="2" name="Text Box 2">
            <a:extLst>
              <a:ext uri="{FF2B5EF4-FFF2-40B4-BE49-F238E27FC236}">
                <a16:creationId xmlns:a16="http://schemas.microsoft.com/office/drawing/2014/main" id="{08EB4E0F-8598-4A51-BF3F-0F88BB418FA4}"/>
              </a:ext>
            </a:extLst>
          </p:cNvPr>
          <p:cNvSpPr txBox="1">
            <a:spLocks noChangeArrowheads="1"/>
          </p:cNvSpPr>
          <p:nvPr/>
        </p:nvSpPr>
        <p:spPr bwMode="auto">
          <a:xfrm>
            <a:off x="342900" y="274638"/>
            <a:ext cx="8442325" cy="595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algn="ctr">
              <a:buClrTx/>
            </a:pPr>
            <a:r>
              <a:rPr lang="en-US" sz="2800" dirty="0">
                <a:solidFill>
                  <a:srgbClr val="4E84C4"/>
                </a:solidFill>
                <a:latin typeface="Myriad Pro"/>
                <a:ea typeface="Microsoft YaHei"/>
                <a:cs typeface="Arial"/>
              </a:rPr>
              <a:t>Machine Learning –  Ensemble Methods</a:t>
            </a:r>
          </a:p>
        </p:txBody>
      </p:sp>
    </p:spTree>
    <p:extLst>
      <p:ext uri="{BB962C8B-B14F-4D97-AF65-F5344CB8AC3E}">
        <p14:creationId xmlns:p14="http://schemas.microsoft.com/office/powerpoint/2010/main" val="372130645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9" name="Text Box 1">
            <a:extLst>
              <a:ext uri="{FF2B5EF4-FFF2-40B4-BE49-F238E27FC236}">
                <a16:creationId xmlns:a16="http://schemas.microsoft.com/office/drawing/2014/main" id="{3D2E15B8-55ED-46E8-BA01-16704C5DE805}"/>
              </a:ext>
            </a:extLst>
          </p:cNvPr>
          <p:cNvSpPr txBox="1">
            <a:spLocks noChangeArrowheads="1"/>
          </p:cNvSpPr>
          <p:nvPr/>
        </p:nvSpPr>
        <p:spPr bwMode="auto">
          <a:xfrm>
            <a:off x="8477250" y="6461125"/>
            <a:ext cx="381000" cy="265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algn="r" eaLnBrk="1" hangingPunct="1">
              <a:spcBef>
                <a:spcPts val="563"/>
              </a:spcBef>
              <a:buClrTx/>
              <a:buFontTx/>
              <a:buNone/>
            </a:pPr>
            <a:fld id="{A4C4D1A4-0089-4AED-9CE3-D7762AA7C9E6}" type="slidenum">
              <a:rPr lang="en-US" altLang="en-US" sz="900" b="1">
                <a:solidFill>
                  <a:srgbClr val="4E84C4"/>
                </a:solidFill>
                <a:latin typeface="Myriad Pro" pitchFamily="32" charset="0"/>
              </a:rPr>
              <a:pPr algn="r" eaLnBrk="1" hangingPunct="1">
                <a:spcBef>
                  <a:spcPts val="563"/>
                </a:spcBef>
                <a:buClrTx/>
                <a:buFontTx/>
                <a:buNone/>
              </a:pPr>
              <a:t>7</a:t>
            </a:fld>
            <a:endParaRPr lang="en-US" altLang="en-US" sz="900" b="1">
              <a:solidFill>
                <a:srgbClr val="4E84C4"/>
              </a:solidFill>
              <a:latin typeface="Myriad Pro" pitchFamily="32" charset="0"/>
            </a:endParaRPr>
          </a:p>
        </p:txBody>
      </p:sp>
      <p:sp>
        <p:nvSpPr>
          <p:cNvPr id="7171" name="Rectangle 3">
            <a:extLst>
              <a:ext uri="{FF2B5EF4-FFF2-40B4-BE49-F238E27FC236}">
                <a16:creationId xmlns:a16="http://schemas.microsoft.com/office/drawing/2014/main" id="{7CF55ACE-C462-4A89-B58D-A593CC4EC317}"/>
              </a:ext>
            </a:extLst>
          </p:cNvPr>
          <p:cNvSpPr>
            <a:spLocks noChangeArrowheads="1"/>
          </p:cNvSpPr>
          <p:nvPr/>
        </p:nvSpPr>
        <p:spPr bwMode="auto">
          <a:xfrm>
            <a:off x="339175" y="2378391"/>
            <a:ext cx="7988419" cy="27575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marL="207963" indent="-206375">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1pPr>
            <a:lvl2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2pPr>
            <a:lvl3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3pPr>
            <a:lvl4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4pPr>
            <a:lvl5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9pPr>
          </a:lstStyle>
          <a:p>
            <a:pPr marL="1270" indent="0" algn="just">
              <a:buClrTx/>
            </a:pPr>
            <a:r>
              <a:rPr lang="en-US" sz="2400" b="1" dirty="0">
                <a:latin typeface="Arial"/>
                <a:ea typeface="Microsoft YaHei"/>
                <a:cs typeface="Arial"/>
              </a:rPr>
              <a:t>Ensemble Methods - Types of Ensemble Classifiers</a:t>
            </a:r>
          </a:p>
          <a:p>
            <a:pPr marL="1270" indent="0" algn="just">
              <a:buClrTx/>
            </a:pPr>
            <a:endParaRPr lang="en-US" sz="2400" b="1" dirty="0">
              <a:latin typeface="Arial"/>
              <a:ea typeface="Microsoft YaHei"/>
              <a:cs typeface="Arial"/>
            </a:endParaRPr>
          </a:p>
          <a:p>
            <a:pPr marL="344170" indent="-342900" algn="just">
              <a:buClrTx/>
              <a:buFont typeface="Wingdings" panose="02020603050405020304" pitchFamily="18" charset="0"/>
              <a:buChar char="§"/>
            </a:pPr>
            <a:r>
              <a:rPr lang="en-US" sz="2200" b="1" dirty="0">
                <a:latin typeface="Arial"/>
                <a:ea typeface="Microsoft YaHei"/>
                <a:cs typeface="Arial"/>
              </a:rPr>
              <a:t>Bagging </a:t>
            </a:r>
            <a:r>
              <a:rPr lang="en-US" sz="2200" dirty="0">
                <a:latin typeface="Arial"/>
                <a:ea typeface="Microsoft YaHei"/>
                <a:cs typeface="Arial"/>
              </a:rPr>
              <a:t>(bootstrap aggregating):</a:t>
            </a:r>
          </a:p>
          <a:p>
            <a:pPr marL="879475" lvl="1" algn="just">
              <a:buClrTx/>
              <a:buFont typeface="Wingdings" panose="02020603050405020304" pitchFamily="18" charset="0"/>
              <a:buChar char="v"/>
            </a:pPr>
            <a:r>
              <a:rPr lang="en-US" sz="2200" dirty="0">
                <a:latin typeface="Arial"/>
                <a:ea typeface="Microsoft YaHei"/>
                <a:cs typeface="Arial"/>
              </a:rPr>
              <a:t>Train several models using bootstrapped datasets</a:t>
            </a:r>
          </a:p>
          <a:p>
            <a:pPr marL="879475" lvl="1" algn="just">
              <a:buClrTx/>
              <a:buFont typeface="Wingdings" panose="02020603050405020304" pitchFamily="18" charset="0"/>
              <a:buChar char="v"/>
            </a:pPr>
            <a:r>
              <a:rPr lang="en-US" sz="2200" dirty="0">
                <a:latin typeface="Arial"/>
                <a:ea typeface="Microsoft YaHei"/>
                <a:cs typeface="Arial"/>
              </a:rPr>
              <a:t>The majority classification is selected</a:t>
            </a:r>
          </a:p>
          <a:p>
            <a:pPr marL="344170" indent="-342900" algn="just">
              <a:buClrTx/>
              <a:buFont typeface="Wingdings" panose="02020603050405020304" pitchFamily="18" charset="0"/>
              <a:buChar char="§"/>
            </a:pPr>
            <a:endParaRPr lang="en-US" sz="2200" b="1" dirty="0">
              <a:latin typeface="Arial"/>
              <a:ea typeface="Microsoft YaHei"/>
              <a:cs typeface="Arial"/>
            </a:endParaRPr>
          </a:p>
          <a:p>
            <a:pPr marL="344170" indent="-342900" algn="just">
              <a:buClrTx/>
              <a:buFont typeface="Wingdings" panose="02020603050405020304" pitchFamily="18" charset="0"/>
              <a:buChar char="§"/>
            </a:pPr>
            <a:r>
              <a:rPr lang="en-US" sz="2200" b="1" dirty="0">
                <a:latin typeface="Arial"/>
                <a:ea typeface="Microsoft YaHei"/>
                <a:cs typeface="Arial"/>
              </a:rPr>
              <a:t>Boosting</a:t>
            </a:r>
            <a:endParaRPr lang="en-US" b="1" dirty="0">
              <a:cs typeface="Arial"/>
            </a:endParaRPr>
          </a:p>
          <a:p>
            <a:pPr marL="879475" lvl="1" indent="-342900" algn="just">
              <a:buClrTx/>
              <a:buFont typeface="Wingdings" panose="02020603050405020304" pitchFamily="18" charset="0"/>
              <a:buChar char="v"/>
            </a:pPr>
            <a:r>
              <a:rPr lang="en-US" sz="2200" dirty="0">
                <a:latin typeface="Arial"/>
                <a:ea typeface="Microsoft YaHei"/>
                <a:cs typeface="Arial"/>
              </a:rPr>
              <a:t>Use several weak classifiers to create a strong classifier</a:t>
            </a:r>
            <a:endParaRPr lang="en-US" dirty="0">
              <a:cs typeface="Arial"/>
            </a:endParaRPr>
          </a:p>
          <a:p>
            <a:pPr marL="879475" lvl="1" indent="-342900" algn="just">
              <a:buClrTx/>
              <a:buFont typeface="Wingdings" panose="02020603050405020304" pitchFamily="18" charset="0"/>
              <a:buChar char="v"/>
            </a:pPr>
            <a:r>
              <a:rPr lang="en-US" sz="2200" dirty="0">
                <a:latin typeface="Arial"/>
                <a:ea typeface="Microsoft YaHei"/>
                <a:cs typeface="Arial"/>
              </a:rPr>
              <a:t>Resample previously misclassified points</a:t>
            </a:r>
            <a:endParaRPr lang="en-US" dirty="0">
              <a:cs typeface="Arial"/>
            </a:endParaRPr>
          </a:p>
          <a:p>
            <a:pPr marL="344170" indent="-342900" algn="just">
              <a:buClrTx/>
              <a:buFont typeface="Wingdings" panose="02020603050405020304" pitchFamily="18" charset="0"/>
              <a:buChar char="§"/>
            </a:pPr>
            <a:endParaRPr lang="en-US" sz="2200" b="1" dirty="0">
              <a:cs typeface="Arial" panose="020B0604020202020204" pitchFamily="34" charset="0"/>
            </a:endParaRPr>
          </a:p>
          <a:p>
            <a:pPr marL="344170" indent="-342900" algn="just">
              <a:buClrTx/>
              <a:buFont typeface="Wingdings" panose="02020603050405020304" pitchFamily="18" charset="0"/>
              <a:buChar char="§"/>
            </a:pPr>
            <a:r>
              <a:rPr lang="en-US" sz="2200" b="1" dirty="0">
                <a:latin typeface="Arial"/>
                <a:ea typeface="Microsoft YaHei"/>
                <a:cs typeface="Arial"/>
              </a:rPr>
              <a:t>Stacking </a:t>
            </a:r>
            <a:r>
              <a:rPr lang="en-US" sz="2200" dirty="0">
                <a:latin typeface="Arial"/>
                <a:ea typeface="Microsoft YaHei"/>
                <a:cs typeface="Arial"/>
              </a:rPr>
              <a:t>(stacked generalization)</a:t>
            </a:r>
            <a:endParaRPr lang="en-US" dirty="0">
              <a:latin typeface="Arial"/>
              <a:ea typeface="Microsoft YaHei"/>
              <a:cs typeface="Arial"/>
            </a:endParaRPr>
          </a:p>
          <a:p>
            <a:pPr marL="879475" lvl="1" indent="-342900" algn="just">
              <a:buClrTx/>
              <a:buFont typeface="Wingdings" panose="02020603050405020304" pitchFamily="18" charset="0"/>
              <a:buChar char="v"/>
            </a:pPr>
            <a:r>
              <a:rPr lang="en-US" sz="2200" dirty="0">
                <a:latin typeface="Arial"/>
                <a:ea typeface="Microsoft YaHei"/>
                <a:cs typeface="Arial"/>
              </a:rPr>
              <a:t>Train multiple tiers of classifiers</a:t>
            </a:r>
            <a:endParaRPr lang="en-US" dirty="0">
              <a:latin typeface="Arial"/>
              <a:ea typeface="Microsoft YaHei"/>
              <a:cs typeface="Arial"/>
            </a:endParaRPr>
          </a:p>
          <a:p>
            <a:pPr marL="879475" lvl="1" indent="-342900" algn="just">
              <a:buClrTx/>
              <a:buFont typeface="Wingdings" panose="02020603050405020304" pitchFamily="18" charset="0"/>
              <a:buChar char="v"/>
            </a:pPr>
            <a:r>
              <a:rPr lang="en-US" sz="2200" dirty="0">
                <a:latin typeface="Arial"/>
                <a:ea typeface="Microsoft YaHei"/>
                <a:cs typeface="Arial"/>
              </a:rPr>
              <a:t>Higher tiers can correct lower tiers</a:t>
            </a:r>
            <a:endParaRPr lang="en-US">
              <a:latin typeface="Arial"/>
              <a:ea typeface="Microsoft YaHei"/>
              <a:cs typeface="Arial"/>
            </a:endParaRPr>
          </a:p>
          <a:p>
            <a:pPr marL="1270" indent="0" algn="just">
              <a:buClrTx/>
            </a:pPr>
            <a:endParaRPr lang="en-US" sz="2200" dirty="0">
              <a:cs typeface="Arial" panose="020B0604020202020204" pitchFamily="34" charset="0"/>
            </a:endParaRPr>
          </a:p>
          <a:p>
            <a:pPr marL="344170" indent="-342900" algn="just">
              <a:buClrTx/>
              <a:buFont typeface="Arial" panose="02020603050405020304" pitchFamily="18" charset="0"/>
              <a:buChar char="•"/>
            </a:pPr>
            <a:endParaRPr lang="en-US" sz="2200" dirty="0">
              <a:latin typeface="Arial"/>
              <a:ea typeface="Microsoft YaHei"/>
              <a:cs typeface="Arial"/>
            </a:endParaRPr>
          </a:p>
          <a:p>
            <a:pPr marL="344170" indent="-342900" algn="just">
              <a:buClrTx/>
              <a:buFont typeface="Arial" panose="02020603050405020304" pitchFamily="18" charset="0"/>
              <a:buChar char="•"/>
            </a:pPr>
            <a:endParaRPr lang="en-US" sz="2000" dirty="0">
              <a:latin typeface="Arial"/>
              <a:ea typeface="Microsoft YaHei"/>
              <a:cs typeface="Arial"/>
            </a:endParaRPr>
          </a:p>
        </p:txBody>
      </p:sp>
      <p:sp>
        <p:nvSpPr>
          <p:cNvPr id="7172" name="Text Box 4">
            <a:extLst>
              <a:ext uri="{FF2B5EF4-FFF2-40B4-BE49-F238E27FC236}">
                <a16:creationId xmlns:a16="http://schemas.microsoft.com/office/drawing/2014/main" id="{742377C2-0CD7-4AD6-B54B-0712A8AA7D15}"/>
              </a:ext>
            </a:extLst>
          </p:cNvPr>
          <p:cNvSpPr txBox="1">
            <a:spLocks noChangeArrowheads="1"/>
          </p:cNvSpPr>
          <p:nvPr/>
        </p:nvSpPr>
        <p:spPr bwMode="auto">
          <a:xfrm>
            <a:off x="4097338" y="6430963"/>
            <a:ext cx="1039812" cy="276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200">
                <a:solidFill>
                  <a:srgbClr val="0033CC"/>
                </a:solidFill>
                <a:cs typeface="DejaVu Sans" pitchFamily="32" charset="0"/>
              </a:rPr>
              <a:t>TCS Internal</a:t>
            </a:r>
          </a:p>
        </p:txBody>
      </p:sp>
      <p:sp>
        <p:nvSpPr>
          <p:cNvPr id="2" name="Text Box 2">
            <a:extLst>
              <a:ext uri="{FF2B5EF4-FFF2-40B4-BE49-F238E27FC236}">
                <a16:creationId xmlns:a16="http://schemas.microsoft.com/office/drawing/2014/main" id="{08EB4E0F-8598-4A51-BF3F-0F88BB418FA4}"/>
              </a:ext>
            </a:extLst>
          </p:cNvPr>
          <p:cNvSpPr txBox="1">
            <a:spLocks noChangeArrowheads="1"/>
          </p:cNvSpPr>
          <p:nvPr/>
        </p:nvSpPr>
        <p:spPr bwMode="auto">
          <a:xfrm>
            <a:off x="342900" y="274638"/>
            <a:ext cx="8442325" cy="595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algn="ctr">
              <a:buClrTx/>
            </a:pPr>
            <a:r>
              <a:rPr lang="en-US" sz="2800" dirty="0">
                <a:solidFill>
                  <a:srgbClr val="4E84C4"/>
                </a:solidFill>
                <a:latin typeface="Myriad Pro"/>
                <a:ea typeface="Microsoft YaHei"/>
                <a:cs typeface="Arial"/>
              </a:rPr>
              <a:t>Machine Learning –  Ensemble Methods</a:t>
            </a:r>
          </a:p>
        </p:txBody>
      </p:sp>
    </p:spTree>
    <p:extLst>
      <p:ext uri="{BB962C8B-B14F-4D97-AF65-F5344CB8AC3E}">
        <p14:creationId xmlns:p14="http://schemas.microsoft.com/office/powerpoint/2010/main" val="377129918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9" name="Text Box 1">
            <a:extLst>
              <a:ext uri="{FF2B5EF4-FFF2-40B4-BE49-F238E27FC236}">
                <a16:creationId xmlns:a16="http://schemas.microsoft.com/office/drawing/2014/main" id="{3D2E15B8-55ED-46E8-BA01-16704C5DE805}"/>
              </a:ext>
            </a:extLst>
          </p:cNvPr>
          <p:cNvSpPr txBox="1">
            <a:spLocks noChangeArrowheads="1"/>
          </p:cNvSpPr>
          <p:nvPr/>
        </p:nvSpPr>
        <p:spPr bwMode="auto">
          <a:xfrm>
            <a:off x="8477250" y="6461125"/>
            <a:ext cx="381000" cy="265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algn="r" eaLnBrk="1" hangingPunct="1">
              <a:spcBef>
                <a:spcPts val="563"/>
              </a:spcBef>
              <a:buClrTx/>
              <a:buFontTx/>
              <a:buNone/>
            </a:pPr>
            <a:fld id="{A4C4D1A4-0089-4AED-9CE3-D7762AA7C9E6}" type="slidenum">
              <a:rPr lang="en-US" altLang="en-US" sz="900" b="1">
                <a:solidFill>
                  <a:srgbClr val="4E84C4"/>
                </a:solidFill>
                <a:latin typeface="Myriad Pro" pitchFamily="32" charset="0"/>
              </a:rPr>
              <a:pPr algn="r" eaLnBrk="1" hangingPunct="1">
                <a:spcBef>
                  <a:spcPts val="563"/>
                </a:spcBef>
                <a:buClrTx/>
                <a:buFontTx/>
                <a:buNone/>
              </a:pPr>
              <a:t>8</a:t>
            </a:fld>
            <a:endParaRPr lang="en-US" altLang="en-US" sz="900" b="1">
              <a:solidFill>
                <a:srgbClr val="4E84C4"/>
              </a:solidFill>
              <a:latin typeface="Myriad Pro" pitchFamily="32" charset="0"/>
            </a:endParaRPr>
          </a:p>
        </p:txBody>
      </p:sp>
      <p:sp>
        <p:nvSpPr>
          <p:cNvPr id="7171" name="Rectangle 3">
            <a:extLst>
              <a:ext uri="{FF2B5EF4-FFF2-40B4-BE49-F238E27FC236}">
                <a16:creationId xmlns:a16="http://schemas.microsoft.com/office/drawing/2014/main" id="{7CF55ACE-C462-4A89-B58D-A593CC4EC317}"/>
              </a:ext>
            </a:extLst>
          </p:cNvPr>
          <p:cNvSpPr>
            <a:spLocks noChangeArrowheads="1"/>
          </p:cNvSpPr>
          <p:nvPr/>
        </p:nvSpPr>
        <p:spPr bwMode="auto">
          <a:xfrm>
            <a:off x="339175" y="2047712"/>
            <a:ext cx="7988419" cy="27575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marL="207963" indent="-206375">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1pPr>
            <a:lvl2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2pPr>
            <a:lvl3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3pPr>
            <a:lvl4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4pPr>
            <a:lvl5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9pPr>
          </a:lstStyle>
          <a:p>
            <a:pPr marL="1270" indent="0" algn="just">
              <a:buClrTx/>
            </a:pPr>
            <a:r>
              <a:rPr lang="en-US" sz="2400" b="1" dirty="0">
                <a:latin typeface="Arial"/>
                <a:ea typeface="Microsoft YaHei"/>
                <a:cs typeface="Arial"/>
              </a:rPr>
              <a:t>Ensemble Methods - Bagging</a:t>
            </a:r>
          </a:p>
          <a:p>
            <a:pPr marL="1270" indent="0" algn="just">
              <a:buClrTx/>
            </a:pPr>
            <a:endParaRPr lang="en-US" sz="2400" b="1" dirty="0">
              <a:latin typeface="Arial"/>
              <a:ea typeface="Microsoft YaHei"/>
              <a:cs typeface="Arial"/>
            </a:endParaRPr>
          </a:p>
          <a:p>
            <a:pPr marL="344170" indent="-342900" algn="just">
              <a:buClrTx/>
              <a:buFont typeface="Wingdings" panose="02020603050405020304" pitchFamily="18" charset="0"/>
              <a:buChar char="§"/>
            </a:pPr>
            <a:r>
              <a:rPr lang="en-US" sz="2200" b="1" dirty="0">
                <a:latin typeface="Arial"/>
                <a:ea typeface="Microsoft YaHei"/>
                <a:cs typeface="Arial"/>
              </a:rPr>
              <a:t>Bagging</a:t>
            </a:r>
            <a:r>
              <a:rPr lang="en-US" sz="2200" dirty="0">
                <a:latin typeface="Arial"/>
                <a:ea typeface="Microsoft YaHei"/>
                <a:cs typeface="Arial"/>
              </a:rPr>
              <a:t>(bootstrap aggregating): Bagging creates several subsets of data from training sample chosen randomly with replacement. </a:t>
            </a:r>
            <a:endParaRPr lang="en-US" dirty="0">
              <a:latin typeface="Arial"/>
              <a:ea typeface="Microsoft YaHei"/>
              <a:cs typeface="Arial"/>
            </a:endParaRPr>
          </a:p>
          <a:p>
            <a:pPr marL="344170" indent="-342900" algn="just">
              <a:buClrTx/>
              <a:buFont typeface="Wingdings" panose="02020603050405020304" pitchFamily="18" charset="0"/>
              <a:buChar char="§"/>
            </a:pPr>
            <a:r>
              <a:rPr lang="en-US" sz="2200" dirty="0">
                <a:latin typeface="Arial"/>
                <a:ea typeface="Microsoft YaHei"/>
                <a:cs typeface="Arial"/>
              </a:rPr>
              <a:t>Each collection of subset data is used to train model, we get an ensemble of different models.</a:t>
            </a:r>
            <a:endParaRPr lang="en-US" dirty="0">
              <a:latin typeface="Arial"/>
              <a:ea typeface="Microsoft YaHei"/>
              <a:cs typeface="Arial"/>
            </a:endParaRPr>
          </a:p>
          <a:p>
            <a:pPr marL="344170" indent="-342900" algn="just">
              <a:buClrTx/>
              <a:buFont typeface="Wingdings" panose="02020603050405020304" pitchFamily="18" charset="0"/>
              <a:buChar char="§"/>
            </a:pPr>
            <a:r>
              <a:rPr lang="en-US" sz="2200" dirty="0">
                <a:latin typeface="Arial"/>
                <a:ea typeface="Microsoft YaHei"/>
                <a:cs typeface="Arial"/>
              </a:rPr>
              <a:t>Average of all the predictions from different models are used which is more robust than a single decision tree classifier.</a:t>
            </a:r>
            <a:endParaRPr lang="en-US">
              <a:latin typeface="Arial"/>
              <a:ea typeface="Microsoft YaHei"/>
              <a:cs typeface="Arial"/>
            </a:endParaRPr>
          </a:p>
          <a:p>
            <a:pPr marL="344170" indent="-342900" algn="just">
              <a:buClrTx/>
              <a:buFont typeface="Wingdings" panose="02020603050405020304" pitchFamily="18" charset="0"/>
              <a:buChar char="§"/>
            </a:pPr>
            <a:r>
              <a:rPr lang="en-US" sz="2200" dirty="0">
                <a:latin typeface="Arial"/>
                <a:ea typeface="Microsoft YaHei"/>
                <a:cs typeface="Arial"/>
              </a:rPr>
              <a:t>Bagging works as it reduces variance by voting/averaging</a:t>
            </a:r>
          </a:p>
          <a:p>
            <a:pPr marL="344170" indent="-342900" algn="just">
              <a:buClrTx/>
              <a:buFont typeface="Wingdings" panose="02020603050405020304" pitchFamily="18" charset="0"/>
              <a:buChar char="§"/>
            </a:pPr>
            <a:r>
              <a:rPr lang="en-US" sz="2200" dirty="0">
                <a:latin typeface="Arial"/>
                <a:ea typeface="Microsoft YaHei"/>
                <a:cs typeface="Arial"/>
              </a:rPr>
              <a:t>Some candidates for Bagging(week learners): Decision tree, decision stump, regression tree, linear regression, SVMs</a:t>
            </a:r>
            <a:endParaRPr lang="en-US">
              <a:cs typeface="Arial" panose="020B0604020202020204" pitchFamily="34" charset="0"/>
            </a:endParaRPr>
          </a:p>
          <a:p>
            <a:pPr marL="344170" indent="-342900" algn="just">
              <a:buClrTx/>
              <a:buFont typeface="Arial" panose="02020603050405020304" pitchFamily="18" charset="0"/>
              <a:buChar char="•"/>
            </a:pPr>
            <a:endParaRPr lang="en-US" sz="2200" dirty="0">
              <a:latin typeface="Arial"/>
              <a:ea typeface="Microsoft YaHei"/>
              <a:cs typeface="Arial"/>
            </a:endParaRPr>
          </a:p>
          <a:p>
            <a:pPr marL="344170" indent="-342900" algn="just">
              <a:buClrTx/>
              <a:buFont typeface="Arial" panose="02020603050405020304" pitchFamily="18" charset="0"/>
              <a:buChar char="•"/>
            </a:pPr>
            <a:endParaRPr lang="en-US" sz="2000" dirty="0">
              <a:latin typeface="Arial"/>
              <a:ea typeface="Microsoft YaHei"/>
              <a:cs typeface="Arial"/>
            </a:endParaRPr>
          </a:p>
        </p:txBody>
      </p:sp>
      <p:sp>
        <p:nvSpPr>
          <p:cNvPr id="7172" name="Text Box 4">
            <a:extLst>
              <a:ext uri="{FF2B5EF4-FFF2-40B4-BE49-F238E27FC236}">
                <a16:creationId xmlns:a16="http://schemas.microsoft.com/office/drawing/2014/main" id="{742377C2-0CD7-4AD6-B54B-0712A8AA7D15}"/>
              </a:ext>
            </a:extLst>
          </p:cNvPr>
          <p:cNvSpPr txBox="1">
            <a:spLocks noChangeArrowheads="1"/>
          </p:cNvSpPr>
          <p:nvPr/>
        </p:nvSpPr>
        <p:spPr bwMode="auto">
          <a:xfrm>
            <a:off x="4097338" y="6430963"/>
            <a:ext cx="1039812" cy="276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200">
                <a:solidFill>
                  <a:srgbClr val="0033CC"/>
                </a:solidFill>
                <a:cs typeface="DejaVu Sans" pitchFamily="32" charset="0"/>
              </a:rPr>
              <a:t>TCS Internal</a:t>
            </a:r>
          </a:p>
        </p:txBody>
      </p:sp>
      <p:sp>
        <p:nvSpPr>
          <p:cNvPr id="2" name="Text Box 2">
            <a:extLst>
              <a:ext uri="{FF2B5EF4-FFF2-40B4-BE49-F238E27FC236}">
                <a16:creationId xmlns:a16="http://schemas.microsoft.com/office/drawing/2014/main" id="{08EB4E0F-8598-4A51-BF3F-0F88BB418FA4}"/>
              </a:ext>
            </a:extLst>
          </p:cNvPr>
          <p:cNvSpPr txBox="1">
            <a:spLocks noChangeArrowheads="1"/>
          </p:cNvSpPr>
          <p:nvPr/>
        </p:nvSpPr>
        <p:spPr bwMode="auto">
          <a:xfrm>
            <a:off x="342900" y="274638"/>
            <a:ext cx="8442325" cy="595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algn="ctr">
              <a:buClrTx/>
            </a:pPr>
            <a:r>
              <a:rPr lang="en-US" sz="2800">
                <a:solidFill>
                  <a:srgbClr val="4E84C4"/>
                </a:solidFill>
                <a:latin typeface="Myriad Pro"/>
                <a:ea typeface="Microsoft YaHei"/>
                <a:cs typeface="Arial"/>
              </a:rPr>
              <a:t>Machine Learning –  Bagging</a:t>
            </a:r>
            <a:endParaRPr lang="en-US" sz="2800" dirty="0">
              <a:solidFill>
                <a:srgbClr val="4E84C4"/>
              </a:solidFill>
              <a:latin typeface="Myriad Pro"/>
              <a:ea typeface="Microsoft YaHei"/>
              <a:cs typeface="Arial"/>
            </a:endParaRPr>
          </a:p>
        </p:txBody>
      </p:sp>
    </p:spTree>
    <p:extLst>
      <p:ext uri="{BB962C8B-B14F-4D97-AF65-F5344CB8AC3E}">
        <p14:creationId xmlns:p14="http://schemas.microsoft.com/office/powerpoint/2010/main" val="341081938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9" name="Text Box 1">
            <a:extLst>
              <a:ext uri="{FF2B5EF4-FFF2-40B4-BE49-F238E27FC236}">
                <a16:creationId xmlns:a16="http://schemas.microsoft.com/office/drawing/2014/main" id="{3D2E15B8-55ED-46E8-BA01-16704C5DE805}"/>
              </a:ext>
            </a:extLst>
          </p:cNvPr>
          <p:cNvSpPr txBox="1">
            <a:spLocks noChangeArrowheads="1"/>
          </p:cNvSpPr>
          <p:nvPr/>
        </p:nvSpPr>
        <p:spPr bwMode="auto">
          <a:xfrm>
            <a:off x="8477250" y="6461125"/>
            <a:ext cx="381000" cy="265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algn="r" eaLnBrk="1" hangingPunct="1">
              <a:spcBef>
                <a:spcPts val="563"/>
              </a:spcBef>
              <a:buClrTx/>
              <a:buFontTx/>
              <a:buNone/>
            </a:pPr>
            <a:fld id="{A4C4D1A4-0089-4AED-9CE3-D7762AA7C9E6}" type="slidenum">
              <a:rPr lang="en-US" altLang="en-US" sz="900" b="1">
                <a:solidFill>
                  <a:srgbClr val="4E84C4"/>
                </a:solidFill>
                <a:latin typeface="Myriad Pro" pitchFamily="32" charset="0"/>
              </a:rPr>
              <a:pPr algn="r" eaLnBrk="1" hangingPunct="1">
                <a:spcBef>
                  <a:spcPts val="563"/>
                </a:spcBef>
                <a:buClrTx/>
                <a:buFontTx/>
                <a:buNone/>
              </a:pPr>
              <a:t>9</a:t>
            </a:fld>
            <a:endParaRPr lang="en-US" altLang="en-US" sz="900" b="1">
              <a:solidFill>
                <a:srgbClr val="4E84C4"/>
              </a:solidFill>
              <a:latin typeface="Myriad Pro" pitchFamily="32" charset="0"/>
            </a:endParaRPr>
          </a:p>
        </p:txBody>
      </p:sp>
      <p:sp>
        <p:nvSpPr>
          <p:cNvPr id="7171" name="Rectangle 3">
            <a:extLst>
              <a:ext uri="{FF2B5EF4-FFF2-40B4-BE49-F238E27FC236}">
                <a16:creationId xmlns:a16="http://schemas.microsoft.com/office/drawing/2014/main" id="{7CF55ACE-C462-4A89-B58D-A593CC4EC317}"/>
              </a:ext>
            </a:extLst>
          </p:cNvPr>
          <p:cNvSpPr>
            <a:spLocks noChangeArrowheads="1"/>
          </p:cNvSpPr>
          <p:nvPr/>
        </p:nvSpPr>
        <p:spPr bwMode="auto">
          <a:xfrm>
            <a:off x="339175" y="2191486"/>
            <a:ext cx="7988419" cy="27575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marL="207963" indent="-206375">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1pPr>
            <a:lvl2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2pPr>
            <a:lvl3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3pPr>
            <a:lvl4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4pPr>
            <a:lvl5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9pPr>
          </a:lstStyle>
          <a:p>
            <a:pPr marL="1270" indent="0" algn="just">
              <a:buClrTx/>
            </a:pPr>
            <a:r>
              <a:rPr lang="en-US" sz="2400" b="1" dirty="0">
                <a:latin typeface="Arial"/>
                <a:ea typeface="Microsoft YaHei"/>
                <a:cs typeface="Arial"/>
              </a:rPr>
              <a:t>Ensemble Methods - Bagging Steps</a:t>
            </a:r>
          </a:p>
          <a:p>
            <a:pPr marL="1270" indent="0" algn="just">
              <a:buClrTx/>
            </a:pPr>
            <a:endParaRPr lang="en-US" sz="2400" b="1" dirty="0">
              <a:latin typeface="Arial"/>
              <a:ea typeface="Microsoft YaHei"/>
              <a:cs typeface="Arial"/>
            </a:endParaRPr>
          </a:p>
          <a:p>
            <a:pPr marL="1270" indent="0" algn="just">
              <a:buClrTx/>
            </a:pPr>
            <a:r>
              <a:rPr lang="en-US" sz="2200" dirty="0">
                <a:latin typeface="Arial"/>
                <a:ea typeface="Microsoft YaHei"/>
                <a:cs typeface="Arial"/>
              </a:rPr>
              <a:t>Suppose there are N observations and M features in training data set.</a:t>
            </a:r>
          </a:p>
          <a:p>
            <a:pPr marL="1270" indent="0" algn="just">
              <a:buClrTx/>
            </a:pPr>
            <a:endParaRPr lang="en-US" sz="2200" dirty="0">
              <a:latin typeface="Arial"/>
              <a:ea typeface="Microsoft YaHei"/>
              <a:cs typeface="Arial"/>
            </a:endParaRPr>
          </a:p>
          <a:p>
            <a:pPr marL="458470" indent="-457200" algn="just">
              <a:buClrTx/>
              <a:buAutoNum type="arabicPeriod"/>
            </a:pPr>
            <a:r>
              <a:rPr lang="en-US" sz="2200" dirty="0">
                <a:latin typeface="Arial"/>
                <a:ea typeface="Microsoft YaHei"/>
                <a:cs typeface="Arial"/>
              </a:rPr>
              <a:t>A sample from training data set is taken randomly with replacement.</a:t>
            </a:r>
            <a:endParaRPr lang="en-US" dirty="0">
              <a:latin typeface="Arial"/>
              <a:ea typeface="Microsoft YaHei"/>
              <a:cs typeface="Arial"/>
            </a:endParaRPr>
          </a:p>
          <a:p>
            <a:pPr marL="458470" indent="-457200" algn="just">
              <a:buClrTx/>
              <a:buAutoNum type="arabicPeriod"/>
            </a:pPr>
            <a:r>
              <a:rPr lang="en-US" sz="2200" dirty="0">
                <a:latin typeface="Arial"/>
                <a:ea typeface="Microsoft YaHei"/>
                <a:cs typeface="Arial"/>
              </a:rPr>
              <a:t>A subset of M features are selected randomly, and whichever feature gives the best split is used to split the node iteratively.</a:t>
            </a:r>
          </a:p>
          <a:p>
            <a:pPr marL="458470" indent="-457200" algn="just">
              <a:buClrTx/>
              <a:buAutoNum type="arabicPeriod"/>
            </a:pPr>
            <a:r>
              <a:rPr lang="en-US" sz="2200" dirty="0">
                <a:latin typeface="Arial"/>
                <a:ea typeface="Microsoft YaHei"/>
                <a:cs typeface="Arial"/>
              </a:rPr>
              <a:t>The tree is grown to the largest.</a:t>
            </a:r>
          </a:p>
          <a:p>
            <a:pPr marL="458470" indent="-457200" algn="just">
              <a:buClrTx/>
              <a:buAutoNum type="arabicPeriod"/>
            </a:pPr>
            <a:r>
              <a:rPr lang="en-US" sz="2200" dirty="0">
                <a:latin typeface="Arial"/>
                <a:ea typeface="Microsoft YaHei"/>
                <a:cs typeface="Arial"/>
              </a:rPr>
              <a:t>Repeat steps 1 to 3 n times and prediction is given based on the aggregation of predictions from n number of trees.</a:t>
            </a:r>
          </a:p>
          <a:p>
            <a:pPr marL="344170" indent="-342900" algn="just">
              <a:buClrTx/>
              <a:buFont typeface="Arial" panose="02020603050405020304" pitchFamily="18" charset="0"/>
              <a:buChar char="•"/>
            </a:pPr>
            <a:endParaRPr lang="en-US" sz="2200" dirty="0">
              <a:latin typeface="Arial"/>
              <a:ea typeface="Microsoft YaHei"/>
              <a:cs typeface="Arial"/>
            </a:endParaRPr>
          </a:p>
          <a:p>
            <a:pPr marL="344170" indent="-342900" algn="just">
              <a:buClrTx/>
              <a:buFont typeface="Arial" panose="02020603050405020304" pitchFamily="18" charset="0"/>
              <a:buChar char="•"/>
            </a:pPr>
            <a:endParaRPr lang="en-US" sz="2000" dirty="0">
              <a:latin typeface="Arial"/>
              <a:ea typeface="Microsoft YaHei"/>
              <a:cs typeface="Arial"/>
            </a:endParaRPr>
          </a:p>
        </p:txBody>
      </p:sp>
      <p:sp>
        <p:nvSpPr>
          <p:cNvPr id="7172" name="Text Box 4">
            <a:extLst>
              <a:ext uri="{FF2B5EF4-FFF2-40B4-BE49-F238E27FC236}">
                <a16:creationId xmlns:a16="http://schemas.microsoft.com/office/drawing/2014/main" id="{742377C2-0CD7-4AD6-B54B-0712A8AA7D15}"/>
              </a:ext>
            </a:extLst>
          </p:cNvPr>
          <p:cNvSpPr txBox="1">
            <a:spLocks noChangeArrowheads="1"/>
          </p:cNvSpPr>
          <p:nvPr/>
        </p:nvSpPr>
        <p:spPr bwMode="auto">
          <a:xfrm>
            <a:off x="4097338" y="6430963"/>
            <a:ext cx="1039812" cy="276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200">
                <a:solidFill>
                  <a:srgbClr val="0033CC"/>
                </a:solidFill>
                <a:cs typeface="DejaVu Sans" pitchFamily="32" charset="0"/>
              </a:rPr>
              <a:t>TCS Internal</a:t>
            </a:r>
          </a:p>
        </p:txBody>
      </p:sp>
      <p:sp>
        <p:nvSpPr>
          <p:cNvPr id="3" name="Text Box 2">
            <a:extLst>
              <a:ext uri="{FF2B5EF4-FFF2-40B4-BE49-F238E27FC236}">
                <a16:creationId xmlns:a16="http://schemas.microsoft.com/office/drawing/2014/main" id="{E1428A82-9312-451A-807D-0A6C34C8AA1B}"/>
              </a:ext>
            </a:extLst>
          </p:cNvPr>
          <p:cNvSpPr txBox="1">
            <a:spLocks noChangeArrowheads="1"/>
          </p:cNvSpPr>
          <p:nvPr/>
        </p:nvSpPr>
        <p:spPr bwMode="auto">
          <a:xfrm>
            <a:off x="342900" y="274638"/>
            <a:ext cx="8442325" cy="595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algn="ctr">
              <a:buClrTx/>
            </a:pPr>
            <a:r>
              <a:rPr lang="en-US" sz="2800">
                <a:solidFill>
                  <a:srgbClr val="4E84C4"/>
                </a:solidFill>
                <a:latin typeface="Myriad Pro"/>
                <a:ea typeface="Microsoft YaHei"/>
                <a:cs typeface="Arial"/>
              </a:rPr>
              <a:t>Machine Learning –  Bagging</a:t>
            </a:r>
            <a:endParaRPr lang="en-US" sz="2800" dirty="0">
              <a:solidFill>
                <a:srgbClr val="4E84C4"/>
              </a:solidFill>
              <a:latin typeface="Myriad Pro"/>
              <a:ea typeface="Microsoft YaHei"/>
              <a:cs typeface="Arial"/>
            </a:endParaRPr>
          </a:p>
        </p:txBody>
      </p:sp>
    </p:spTree>
    <p:extLst>
      <p:ext uri="{BB962C8B-B14F-4D97-AF65-F5344CB8AC3E}">
        <p14:creationId xmlns:p14="http://schemas.microsoft.com/office/powerpoint/2010/main" val="2599123748"/>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9" name="Text Box 1">
            <a:extLst>
              <a:ext uri="{FF2B5EF4-FFF2-40B4-BE49-F238E27FC236}">
                <a16:creationId xmlns:a16="http://schemas.microsoft.com/office/drawing/2014/main" id="{3D2E15B8-55ED-46E8-BA01-16704C5DE805}"/>
              </a:ext>
            </a:extLst>
          </p:cNvPr>
          <p:cNvSpPr txBox="1">
            <a:spLocks noChangeArrowheads="1"/>
          </p:cNvSpPr>
          <p:nvPr/>
        </p:nvSpPr>
        <p:spPr bwMode="auto">
          <a:xfrm>
            <a:off x="8477250" y="6461125"/>
            <a:ext cx="381000" cy="265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algn="r" eaLnBrk="1" hangingPunct="1">
              <a:spcBef>
                <a:spcPts val="563"/>
              </a:spcBef>
              <a:buClrTx/>
              <a:buFontTx/>
              <a:buNone/>
            </a:pPr>
            <a:fld id="{A4C4D1A4-0089-4AED-9CE3-D7762AA7C9E6}" type="slidenum">
              <a:rPr lang="en-US" altLang="en-US" sz="900" b="1">
                <a:solidFill>
                  <a:srgbClr val="4E84C4"/>
                </a:solidFill>
                <a:latin typeface="Myriad Pro" pitchFamily="32" charset="0"/>
              </a:rPr>
              <a:pPr algn="r" eaLnBrk="1" hangingPunct="1">
                <a:spcBef>
                  <a:spcPts val="563"/>
                </a:spcBef>
                <a:buClrTx/>
                <a:buFontTx/>
                <a:buNone/>
              </a:pPr>
              <a:t>10</a:t>
            </a:fld>
            <a:endParaRPr lang="en-US" altLang="en-US" sz="900" b="1">
              <a:solidFill>
                <a:srgbClr val="4E84C4"/>
              </a:solidFill>
              <a:latin typeface="Myriad Pro" pitchFamily="32" charset="0"/>
            </a:endParaRPr>
          </a:p>
        </p:txBody>
      </p:sp>
      <p:sp>
        <p:nvSpPr>
          <p:cNvPr id="7171" name="Rectangle 3">
            <a:extLst>
              <a:ext uri="{FF2B5EF4-FFF2-40B4-BE49-F238E27FC236}">
                <a16:creationId xmlns:a16="http://schemas.microsoft.com/office/drawing/2014/main" id="{7CF55ACE-C462-4A89-B58D-A593CC4EC317}"/>
              </a:ext>
            </a:extLst>
          </p:cNvPr>
          <p:cNvSpPr>
            <a:spLocks noChangeArrowheads="1"/>
          </p:cNvSpPr>
          <p:nvPr/>
        </p:nvSpPr>
        <p:spPr bwMode="auto">
          <a:xfrm>
            <a:off x="209779" y="451826"/>
            <a:ext cx="7988419" cy="27575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marL="207963" indent="-206375">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1pPr>
            <a:lvl2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2pPr>
            <a:lvl3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3pPr>
            <a:lvl4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4pPr>
            <a:lvl5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9pPr>
          </a:lstStyle>
          <a:p>
            <a:pPr marL="1270" indent="0" algn="just">
              <a:buClrTx/>
            </a:pPr>
            <a:r>
              <a:rPr lang="en-US" sz="2400" b="1" dirty="0">
                <a:latin typeface="Arial"/>
                <a:ea typeface="Microsoft YaHei"/>
                <a:cs typeface="Arial"/>
              </a:rPr>
              <a:t>Ensemble Methods - Bagging Illustration</a:t>
            </a:r>
          </a:p>
          <a:p>
            <a:pPr marL="1270" indent="0" algn="just">
              <a:buClrTx/>
            </a:pPr>
            <a:endParaRPr lang="en-US" sz="2400" b="1" dirty="0">
              <a:latin typeface="Arial"/>
              <a:ea typeface="Microsoft YaHei"/>
              <a:cs typeface="Arial"/>
            </a:endParaRPr>
          </a:p>
          <a:p>
            <a:pPr marL="344170" indent="-342900" algn="just">
              <a:buClrTx/>
              <a:buFont typeface="Arial" panose="02020603050405020304" pitchFamily="18" charset="0"/>
              <a:buChar char="•"/>
            </a:pPr>
            <a:endParaRPr lang="en-US" sz="2200" dirty="0">
              <a:latin typeface="Arial"/>
              <a:ea typeface="Microsoft YaHei"/>
              <a:cs typeface="Arial"/>
            </a:endParaRPr>
          </a:p>
          <a:p>
            <a:pPr marL="344170" indent="-342900" algn="just">
              <a:buClrTx/>
              <a:buFont typeface="Arial" panose="02020603050405020304" pitchFamily="18" charset="0"/>
              <a:buChar char="•"/>
            </a:pPr>
            <a:endParaRPr lang="en-US" sz="2000" dirty="0">
              <a:latin typeface="Arial"/>
              <a:ea typeface="Microsoft YaHei"/>
              <a:cs typeface="Arial"/>
            </a:endParaRPr>
          </a:p>
        </p:txBody>
      </p:sp>
      <p:sp>
        <p:nvSpPr>
          <p:cNvPr id="7172" name="Text Box 4">
            <a:extLst>
              <a:ext uri="{FF2B5EF4-FFF2-40B4-BE49-F238E27FC236}">
                <a16:creationId xmlns:a16="http://schemas.microsoft.com/office/drawing/2014/main" id="{742377C2-0CD7-4AD6-B54B-0712A8AA7D15}"/>
              </a:ext>
            </a:extLst>
          </p:cNvPr>
          <p:cNvSpPr txBox="1">
            <a:spLocks noChangeArrowheads="1"/>
          </p:cNvSpPr>
          <p:nvPr/>
        </p:nvSpPr>
        <p:spPr bwMode="auto">
          <a:xfrm>
            <a:off x="4097338" y="6430963"/>
            <a:ext cx="1039812" cy="276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200">
                <a:solidFill>
                  <a:srgbClr val="0033CC"/>
                </a:solidFill>
                <a:cs typeface="DejaVu Sans" pitchFamily="32" charset="0"/>
              </a:rPr>
              <a:t>TCS Internal</a:t>
            </a:r>
          </a:p>
        </p:txBody>
      </p:sp>
      <p:pic>
        <p:nvPicPr>
          <p:cNvPr id="7" name="Picture 7" descr="A screenshot of a cell phone&#10;&#10;Description generated with very high confidence">
            <a:extLst>
              <a:ext uri="{FF2B5EF4-FFF2-40B4-BE49-F238E27FC236}">
                <a16:creationId xmlns:a16="http://schemas.microsoft.com/office/drawing/2014/main" id="{E8DB3E46-42B7-4E7D-B793-9ED63299ED1A}"/>
              </a:ext>
            </a:extLst>
          </p:cNvPr>
          <p:cNvPicPr>
            <a:picLocks noChangeAspect="1"/>
          </p:cNvPicPr>
          <p:nvPr/>
        </p:nvPicPr>
        <p:blipFill>
          <a:blip r:embed="rId3"/>
          <a:stretch>
            <a:fillRect/>
          </a:stretch>
        </p:blipFill>
        <p:spPr>
          <a:xfrm>
            <a:off x="339306" y="1715893"/>
            <a:ext cx="3879011" cy="3109913"/>
          </a:xfrm>
          <a:prstGeom prst="rect">
            <a:avLst/>
          </a:prstGeom>
        </p:spPr>
      </p:pic>
      <p:pic>
        <p:nvPicPr>
          <p:cNvPr id="9" name="Picture 9" descr="A close up of a map&#10;&#10;Description generated with very high confidence">
            <a:extLst>
              <a:ext uri="{FF2B5EF4-FFF2-40B4-BE49-F238E27FC236}">
                <a16:creationId xmlns:a16="http://schemas.microsoft.com/office/drawing/2014/main" id="{BC63954B-6F56-4635-8C85-1E775AB13D9A}"/>
              </a:ext>
            </a:extLst>
          </p:cNvPr>
          <p:cNvPicPr>
            <a:picLocks noChangeAspect="1"/>
          </p:cNvPicPr>
          <p:nvPr/>
        </p:nvPicPr>
        <p:blipFill>
          <a:blip r:embed="rId4"/>
          <a:stretch>
            <a:fillRect/>
          </a:stretch>
        </p:blipFill>
        <p:spPr>
          <a:xfrm>
            <a:off x="4566249" y="1647166"/>
            <a:ext cx="3433313" cy="3563667"/>
          </a:xfrm>
          <a:prstGeom prst="rect">
            <a:avLst/>
          </a:prstGeom>
        </p:spPr>
      </p:pic>
      <p:sp>
        <p:nvSpPr>
          <p:cNvPr id="3" name="Text Box 2">
            <a:extLst>
              <a:ext uri="{FF2B5EF4-FFF2-40B4-BE49-F238E27FC236}">
                <a16:creationId xmlns:a16="http://schemas.microsoft.com/office/drawing/2014/main" id="{181503C2-D78A-4F4E-827C-64CD748C6EB5}"/>
              </a:ext>
            </a:extLst>
          </p:cNvPr>
          <p:cNvSpPr txBox="1">
            <a:spLocks noChangeArrowheads="1"/>
          </p:cNvSpPr>
          <p:nvPr/>
        </p:nvSpPr>
        <p:spPr bwMode="auto">
          <a:xfrm>
            <a:off x="342900" y="274638"/>
            <a:ext cx="8442325" cy="595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algn="ctr">
              <a:buClrTx/>
            </a:pPr>
            <a:r>
              <a:rPr lang="en-US" sz="2800">
                <a:solidFill>
                  <a:srgbClr val="4E84C4"/>
                </a:solidFill>
                <a:latin typeface="Myriad Pro"/>
                <a:ea typeface="Microsoft YaHei"/>
                <a:cs typeface="Arial"/>
              </a:rPr>
              <a:t>Machine Learning –  Bagging</a:t>
            </a:r>
            <a:endParaRPr lang="en-US" sz="2800" dirty="0">
              <a:solidFill>
                <a:srgbClr val="4E84C4"/>
              </a:solidFill>
              <a:latin typeface="Myriad Pro"/>
              <a:ea typeface="Microsoft YaHei"/>
              <a:cs typeface="Arial"/>
            </a:endParaRPr>
          </a:p>
        </p:txBody>
      </p:sp>
    </p:spTree>
    <p:extLst>
      <p:ext uri="{BB962C8B-B14F-4D97-AF65-F5344CB8AC3E}">
        <p14:creationId xmlns:p14="http://schemas.microsoft.com/office/powerpoint/2010/main" val="349516377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9" name="Text Box 1">
            <a:extLst>
              <a:ext uri="{FF2B5EF4-FFF2-40B4-BE49-F238E27FC236}">
                <a16:creationId xmlns:a16="http://schemas.microsoft.com/office/drawing/2014/main" id="{3D2E15B8-55ED-46E8-BA01-16704C5DE805}"/>
              </a:ext>
            </a:extLst>
          </p:cNvPr>
          <p:cNvSpPr txBox="1">
            <a:spLocks noChangeArrowheads="1"/>
          </p:cNvSpPr>
          <p:nvPr/>
        </p:nvSpPr>
        <p:spPr bwMode="auto">
          <a:xfrm>
            <a:off x="8477250" y="6461125"/>
            <a:ext cx="381000" cy="265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algn="r" eaLnBrk="1" hangingPunct="1">
              <a:spcBef>
                <a:spcPts val="563"/>
              </a:spcBef>
              <a:buClrTx/>
              <a:buFontTx/>
              <a:buNone/>
            </a:pPr>
            <a:fld id="{A4C4D1A4-0089-4AED-9CE3-D7762AA7C9E6}" type="slidenum">
              <a:rPr lang="en-US" altLang="en-US" sz="900" b="1">
                <a:solidFill>
                  <a:srgbClr val="4E84C4"/>
                </a:solidFill>
                <a:latin typeface="Myriad Pro" pitchFamily="32" charset="0"/>
              </a:rPr>
              <a:pPr algn="r" eaLnBrk="1" hangingPunct="1">
                <a:spcBef>
                  <a:spcPts val="563"/>
                </a:spcBef>
                <a:buClrTx/>
                <a:buFontTx/>
                <a:buNone/>
              </a:pPr>
              <a:t>11</a:t>
            </a:fld>
            <a:endParaRPr lang="en-US" altLang="en-US" sz="900" b="1">
              <a:solidFill>
                <a:srgbClr val="4E84C4"/>
              </a:solidFill>
              <a:latin typeface="Myriad Pro" pitchFamily="32" charset="0"/>
            </a:endParaRPr>
          </a:p>
        </p:txBody>
      </p:sp>
      <p:sp>
        <p:nvSpPr>
          <p:cNvPr id="7171" name="Rectangle 3">
            <a:extLst>
              <a:ext uri="{FF2B5EF4-FFF2-40B4-BE49-F238E27FC236}">
                <a16:creationId xmlns:a16="http://schemas.microsoft.com/office/drawing/2014/main" id="{7CF55ACE-C462-4A89-B58D-A593CC4EC317}"/>
              </a:ext>
            </a:extLst>
          </p:cNvPr>
          <p:cNvSpPr>
            <a:spLocks noChangeArrowheads="1"/>
          </p:cNvSpPr>
          <p:nvPr/>
        </p:nvSpPr>
        <p:spPr bwMode="auto">
          <a:xfrm>
            <a:off x="209779" y="451826"/>
            <a:ext cx="7988419" cy="27575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marL="207963" indent="-206375">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1pPr>
            <a:lvl2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2pPr>
            <a:lvl3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3pPr>
            <a:lvl4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4pPr>
            <a:lvl5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9pPr>
          </a:lstStyle>
          <a:p>
            <a:pPr marL="1270" indent="0" algn="just">
              <a:buClrTx/>
            </a:pPr>
            <a:r>
              <a:rPr lang="en-US" sz="2400" b="1" dirty="0">
                <a:latin typeface="Arial"/>
                <a:ea typeface="Microsoft YaHei"/>
                <a:cs typeface="Arial"/>
              </a:rPr>
              <a:t>Ensemble Methods - Bagging Illustration</a:t>
            </a:r>
          </a:p>
          <a:p>
            <a:pPr marL="1270" indent="0" algn="just">
              <a:buClrTx/>
            </a:pPr>
            <a:endParaRPr lang="en-US" sz="2400" b="1" dirty="0">
              <a:latin typeface="Arial"/>
              <a:ea typeface="Microsoft YaHei"/>
              <a:cs typeface="Arial"/>
            </a:endParaRPr>
          </a:p>
          <a:p>
            <a:pPr marL="344170" indent="-342900" algn="just">
              <a:buClrTx/>
              <a:buFont typeface="Arial" panose="02020603050405020304" pitchFamily="18" charset="0"/>
              <a:buChar char="•"/>
            </a:pPr>
            <a:endParaRPr lang="en-US" sz="2200" dirty="0">
              <a:latin typeface="Arial"/>
              <a:ea typeface="Microsoft YaHei"/>
              <a:cs typeface="Arial"/>
            </a:endParaRPr>
          </a:p>
          <a:p>
            <a:pPr marL="344170" indent="-342900" algn="just">
              <a:buClrTx/>
              <a:buFont typeface="Arial" panose="02020603050405020304" pitchFamily="18" charset="0"/>
              <a:buChar char="•"/>
            </a:pPr>
            <a:endParaRPr lang="en-US" sz="2000" dirty="0">
              <a:latin typeface="Arial"/>
              <a:ea typeface="Microsoft YaHei"/>
              <a:cs typeface="Arial"/>
            </a:endParaRPr>
          </a:p>
        </p:txBody>
      </p:sp>
      <p:sp>
        <p:nvSpPr>
          <p:cNvPr id="7172" name="Text Box 4">
            <a:extLst>
              <a:ext uri="{FF2B5EF4-FFF2-40B4-BE49-F238E27FC236}">
                <a16:creationId xmlns:a16="http://schemas.microsoft.com/office/drawing/2014/main" id="{742377C2-0CD7-4AD6-B54B-0712A8AA7D15}"/>
              </a:ext>
            </a:extLst>
          </p:cNvPr>
          <p:cNvSpPr txBox="1">
            <a:spLocks noChangeArrowheads="1"/>
          </p:cNvSpPr>
          <p:nvPr/>
        </p:nvSpPr>
        <p:spPr bwMode="auto">
          <a:xfrm>
            <a:off x="4097338" y="6430963"/>
            <a:ext cx="1039812" cy="276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200">
                <a:solidFill>
                  <a:srgbClr val="0033CC"/>
                </a:solidFill>
                <a:cs typeface="DejaVu Sans" pitchFamily="32" charset="0"/>
              </a:rPr>
              <a:t>TCS Internal</a:t>
            </a:r>
          </a:p>
        </p:txBody>
      </p:sp>
      <p:pic>
        <p:nvPicPr>
          <p:cNvPr id="3" name="Picture 3" descr="A close up of a map&#10;&#10;Description generated with very high confidence">
            <a:extLst>
              <a:ext uri="{FF2B5EF4-FFF2-40B4-BE49-F238E27FC236}">
                <a16:creationId xmlns:a16="http://schemas.microsoft.com/office/drawing/2014/main" id="{5C9E9638-CD99-48BC-9FBC-5856300B7F07}"/>
              </a:ext>
            </a:extLst>
          </p:cNvPr>
          <p:cNvPicPr>
            <a:picLocks noChangeAspect="1"/>
          </p:cNvPicPr>
          <p:nvPr/>
        </p:nvPicPr>
        <p:blipFill>
          <a:blip r:embed="rId3"/>
          <a:stretch>
            <a:fillRect/>
          </a:stretch>
        </p:blipFill>
        <p:spPr>
          <a:xfrm>
            <a:off x="454325" y="1656514"/>
            <a:ext cx="7990934" cy="3976291"/>
          </a:xfrm>
          <a:prstGeom prst="rect">
            <a:avLst/>
          </a:prstGeom>
        </p:spPr>
      </p:pic>
      <p:sp>
        <p:nvSpPr>
          <p:cNvPr id="4" name="Text Box 2">
            <a:extLst>
              <a:ext uri="{FF2B5EF4-FFF2-40B4-BE49-F238E27FC236}">
                <a16:creationId xmlns:a16="http://schemas.microsoft.com/office/drawing/2014/main" id="{EC60CA4F-2FDC-400D-9F9C-76C7A8415364}"/>
              </a:ext>
            </a:extLst>
          </p:cNvPr>
          <p:cNvSpPr txBox="1">
            <a:spLocks noChangeArrowheads="1"/>
          </p:cNvSpPr>
          <p:nvPr/>
        </p:nvSpPr>
        <p:spPr bwMode="auto">
          <a:xfrm>
            <a:off x="342900" y="274638"/>
            <a:ext cx="8442325" cy="595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algn="ctr">
              <a:buClrTx/>
            </a:pPr>
            <a:r>
              <a:rPr lang="en-US" sz="2800">
                <a:solidFill>
                  <a:srgbClr val="4E84C4"/>
                </a:solidFill>
                <a:latin typeface="Myriad Pro"/>
                <a:ea typeface="Microsoft YaHei"/>
                <a:cs typeface="Arial"/>
              </a:rPr>
              <a:t>Machine Learning –  Bagging</a:t>
            </a:r>
            <a:endParaRPr lang="en-US" sz="2800" dirty="0">
              <a:solidFill>
                <a:srgbClr val="4E84C4"/>
              </a:solidFill>
              <a:latin typeface="Myriad Pro"/>
              <a:ea typeface="Microsoft YaHei"/>
              <a:cs typeface="Arial"/>
            </a:endParaRPr>
          </a:p>
        </p:txBody>
      </p:sp>
    </p:spTree>
    <p:extLst>
      <p:ext uri="{BB962C8B-B14F-4D97-AF65-F5344CB8AC3E}">
        <p14:creationId xmlns:p14="http://schemas.microsoft.com/office/powerpoint/2010/main" val="375897879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9" name="Text Box 1">
            <a:extLst>
              <a:ext uri="{FF2B5EF4-FFF2-40B4-BE49-F238E27FC236}">
                <a16:creationId xmlns:a16="http://schemas.microsoft.com/office/drawing/2014/main" id="{3D2E15B8-55ED-46E8-BA01-16704C5DE805}"/>
              </a:ext>
            </a:extLst>
          </p:cNvPr>
          <p:cNvSpPr txBox="1">
            <a:spLocks noChangeArrowheads="1"/>
          </p:cNvSpPr>
          <p:nvPr/>
        </p:nvSpPr>
        <p:spPr bwMode="auto">
          <a:xfrm>
            <a:off x="8477250" y="6461125"/>
            <a:ext cx="381000" cy="265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algn="r" eaLnBrk="1" hangingPunct="1">
              <a:spcBef>
                <a:spcPts val="563"/>
              </a:spcBef>
              <a:buClrTx/>
              <a:buFontTx/>
              <a:buNone/>
            </a:pPr>
            <a:fld id="{A4C4D1A4-0089-4AED-9CE3-D7762AA7C9E6}" type="slidenum">
              <a:rPr lang="en-US" altLang="en-US" sz="900" b="1">
                <a:solidFill>
                  <a:srgbClr val="4E84C4"/>
                </a:solidFill>
                <a:latin typeface="Myriad Pro" pitchFamily="32" charset="0"/>
              </a:rPr>
              <a:pPr algn="r" eaLnBrk="1" hangingPunct="1">
                <a:spcBef>
                  <a:spcPts val="563"/>
                </a:spcBef>
                <a:buClrTx/>
                <a:buFontTx/>
                <a:buNone/>
              </a:pPr>
              <a:t>12</a:t>
            </a:fld>
            <a:endParaRPr lang="en-US" altLang="en-US" sz="900" b="1">
              <a:solidFill>
                <a:srgbClr val="4E84C4"/>
              </a:solidFill>
              <a:latin typeface="Myriad Pro" pitchFamily="32" charset="0"/>
            </a:endParaRPr>
          </a:p>
        </p:txBody>
      </p:sp>
      <p:sp>
        <p:nvSpPr>
          <p:cNvPr id="7171" name="Rectangle 3">
            <a:extLst>
              <a:ext uri="{FF2B5EF4-FFF2-40B4-BE49-F238E27FC236}">
                <a16:creationId xmlns:a16="http://schemas.microsoft.com/office/drawing/2014/main" id="{7CF55ACE-C462-4A89-B58D-A593CC4EC317}"/>
              </a:ext>
            </a:extLst>
          </p:cNvPr>
          <p:cNvSpPr>
            <a:spLocks noChangeArrowheads="1"/>
          </p:cNvSpPr>
          <p:nvPr/>
        </p:nvSpPr>
        <p:spPr bwMode="auto">
          <a:xfrm>
            <a:off x="209779" y="451826"/>
            <a:ext cx="7988419" cy="27575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marL="207963" indent="-206375">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1pPr>
            <a:lvl2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2pPr>
            <a:lvl3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3pPr>
            <a:lvl4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4pPr>
            <a:lvl5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9pPr>
          </a:lstStyle>
          <a:p>
            <a:pPr marL="1270" indent="0" algn="just">
              <a:buClrTx/>
            </a:pPr>
            <a:r>
              <a:rPr lang="en-US" sz="2400" b="1" dirty="0">
                <a:latin typeface="Arial"/>
                <a:ea typeface="Microsoft YaHei"/>
                <a:cs typeface="Arial"/>
              </a:rPr>
              <a:t>Ensemble Methods - Bagging Illustration</a:t>
            </a:r>
          </a:p>
          <a:p>
            <a:pPr marL="1270" indent="0" algn="just">
              <a:buClrTx/>
            </a:pPr>
            <a:endParaRPr lang="en-US" sz="2400" b="1" dirty="0">
              <a:latin typeface="Arial"/>
              <a:ea typeface="Microsoft YaHei"/>
              <a:cs typeface="Arial"/>
            </a:endParaRPr>
          </a:p>
          <a:p>
            <a:pPr marL="344170" indent="-342900" algn="just">
              <a:buClrTx/>
              <a:buFont typeface="Arial" panose="02020603050405020304" pitchFamily="18" charset="0"/>
              <a:buChar char="•"/>
            </a:pPr>
            <a:endParaRPr lang="en-US" sz="2200" dirty="0">
              <a:latin typeface="Arial"/>
              <a:ea typeface="Microsoft YaHei"/>
              <a:cs typeface="Arial"/>
            </a:endParaRPr>
          </a:p>
          <a:p>
            <a:pPr marL="344170" indent="-342900" algn="just">
              <a:buClrTx/>
              <a:buFont typeface="Arial" panose="02020603050405020304" pitchFamily="18" charset="0"/>
              <a:buChar char="•"/>
            </a:pPr>
            <a:endParaRPr lang="en-US" sz="2000" dirty="0">
              <a:latin typeface="Arial"/>
              <a:ea typeface="Microsoft YaHei"/>
              <a:cs typeface="Arial"/>
            </a:endParaRPr>
          </a:p>
        </p:txBody>
      </p:sp>
      <p:sp>
        <p:nvSpPr>
          <p:cNvPr id="7172" name="Text Box 4">
            <a:extLst>
              <a:ext uri="{FF2B5EF4-FFF2-40B4-BE49-F238E27FC236}">
                <a16:creationId xmlns:a16="http://schemas.microsoft.com/office/drawing/2014/main" id="{742377C2-0CD7-4AD6-B54B-0712A8AA7D15}"/>
              </a:ext>
            </a:extLst>
          </p:cNvPr>
          <p:cNvSpPr txBox="1">
            <a:spLocks noChangeArrowheads="1"/>
          </p:cNvSpPr>
          <p:nvPr/>
        </p:nvSpPr>
        <p:spPr bwMode="auto">
          <a:xfrm>
            <a:off x="4097338" y="6430963"/>
            <a:ext cx="1039812" cy="276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200" dirty="0">
                <a:solidFill>
                  <a:srgbClr val="0033CC"/>
                </a:solidFill>
                <a:cs typeface="DejaVu Sans" pitchFamily="32" charset="0"/>
              </a:rPr>
              <a:t>TCS Internal</a:t>
            </a:r>
          </a:p>
        </p:txBody>
      </p:sp>
      <p:pic>
        <p:nvPicPr>
          <p:cNvPr id="4" name="Picture 4" descr="A close up of a map&#10;&#10;Description generated with very high confidence">
            <a:extLst>
              <a:ext uri="{FF2B5EF4-FFF2-40B4-BE49-F238E27FC236}">
                <a16:creationId xmlns:a16="http://schemas.microsoft.com/office/drawing/2014/main" id="{C2C3841B-5D29-460C-B757-E036FAC0F9A0}"/>
              </a:ext>
            </a:extLst>
          </p:cNvPr>
          <p:cNvPicPr>
            <a:picLocks noChangeAspect="1"/>
          </p:cNvPicPr>
          <p:nvPr/>
        </p:nvPicPr>
        <p:blipFill>
          <a:blip r:embed="rId3"/>
          <a:stretch>
            <a:fillRect/>
          </a:stretch>
        </p:blipFill>
        <p:spPr>
          <a:xfrm>
            <a:off x="641230" y="1768308"/>
            <a:ext cx="7559614" cy="3695196"/>
          </a:xfrm>
          <a:prstGeom prst="rect">
            <a:avLst/>
          </a:prstGeom>
        </p:spPr>
      </p:pic>
      <p:sp>
        <p:nvSpPr>
          <p:cNvPr id="3" name="Text Box 2">
            <a:extLst>
              <a:ext uri="{FF2B5EF4-FFF2-40B4-BE49-F238E27FC236}">
                <a16:creationId xmlns:a16="http://schemas.microsoft.com/office/drawing/2014/main" id="{ED39D7BD-5693-4495-A501-8C089A7E2565}"/>
              </a:ext>
            </a:extLst>
          </p:cNvPr>
          <p:cNvSpPr txBox="1">
            <a:spLocks noChangeArrowheads="1"/>
          </p:cNvSpPr>
          <p:nvPr/>
        </p:nvSpPr>
        <p:spPr bwMode="auto">
          <a:xfrm>
            <a:off x="342900" y="274638"/>
            <a:ext cx="8442325" cy="595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algn="ctr">
              <a:buClrTx/>
            </a:pPr>
            <a:r>
              <a:rPr lang="en-US" sz="2800" dirty="0">
                <a:solidFill>
                  <a:srgbClr val="4E84C4"/>
                </a:solidFill>
                <a:latin typeface="Myriad Pro"/>
                <a:ea typeface="Microsoft YaHei"/>
                <a:cs typeface="Arial"/>
              </a:rPr>
              <a:t>Machine Learning –  Bagging</a:t>
            </a:r>
          </a:p>
        </p:txBody>
      </p:sp>
    </p:spTree>
    <p:extLst>
      <p:ext uri="{BB962C8B-B14F-4D97-AF65-F5344CB8AC3E}">
        <p14:creationId xmlns:p14="http://schemas.microsoft.com/office/powerpoint/2010/main" val="356214928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9" name="Text Box 1">
            <a:extLst>
              <a:ext uri="{FF2B5EF4-FFF2-40B4-BE49-F238E27FC236}">
                <a16:creationId xmlns:a16="http://schemas.microsoft.com/office/drawing/2014/main" id="{3D2E15B8-55ED-46E8-BA01-16704C5DE805}"/>
              </a:ext>
            </a:extLst>
          </p:cNvPr>
          <p:cNvSpPr txBox="1">
            <a:spLocks noChangeArrowheads="1"/>
          </p:cNvSpPr>
          <p:nvPr/>
        </p:nvSpPr>
        <p:spPr bwMode="auto">
          <a:xfrm>
            <a:off x="8477250" y="6461125"/>
            <a:ext cx="381000" cy="265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algn="r" eaLnBrk="1" hangingPunct="1">
              <a:spcBef>
                <a:spcPts val="563"/>
              </a:spcBef>
              <a:buClrTx/>
              <a:buFontTx/>
              <a:buNone/>
            </a:pPr>
            <a:fld id="{A4C4D1A4-0089-4AED-9CE3-D7762AA7C9E6}" type="slidenum">
              <a:rPr lang="en-US" altLang="en-US" sz="900" b="1">
                <a:solidFill>
                  <a:srgbClr val="4E84C4"/>
                </a:solidFill>
                <a:latin typeface="Myriad Pro" pitchFamily="32" charset="0"/>
              </a:rPr>
              <a:pPr algn="r" eaLnBrk="1" hangingPunct="1">
                <a:spcBef>
                  <a:spcPts val="563"/>
                </a:spcBef>
                <a:buClrTx/>
                <a:buFontTx/>
                <a:buNone/>
              </a:pPr>
              <a:t>13</a:t>
            </a:fld>
            <a:endParaRPr lang="en-US" altLang="en-US" sz="900" b="1">
              <a:solidFill>
                <a:srgbClr val="4E84C4"/>
              </a:solidFill>
              <a:latin typeface="Myriad Pro" pitchFamily="32" charset="0"/>
            </a:endParaRPr>
          </a:p>
        </p:txBody>
      </p:sp>
      <p:sp>
        <p:nvSpPr>
          <p:cNvPr id="7171" name="Rectangle 3">
            <a:extLst>
              <a:ext uri="{FF2B5EF4-FFF2-40B4-BE49-F238E27FC236}">
                <a16:creationId xmlns:a16="http://schemas.microsoft.com/office/drawing/2014/main" id="{7CF55ACE-C462-4A89-B58D-A593CC4EC317}"/>
              </a:ext>
            </a:extLst>
          </p:cNvPr>
          <p:cNvSpPr>
            <a:spLocks noChangeArrowheads="1"/>
          </p:cNvSpPr>
          <p:nvPr/>
        </p:nvSpPr>
        <p:spPr bwMode="auto">
          <a:xfrm>
            <a:off x="454194" y="1875184"/>
            <a:ext cx="7988419" cy="27575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marL="207963" indent="-206375">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1pPr>
            <a:lvl2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2pPr>
            <a:lvl3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3pPr>
            <a:lvl4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4pPr>
            <a:lvl5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9pPr>
          </a:lstStyle>
          <a:p>
            <a:pPr marL="1270" indent="0" algn="just">
              <a:buClrTx/>
            </a:pPr>
            <a:r>
              <a:rPr lang="en-US" sz="2400" b="1" dirty="0">
                <a:latin typeface="Arial"/>
                <a:ea typeface="Microsoft YaHei"/>
                <a:cs typeface="Arial"/>
              </a:rPr>
              <a:t>Ensemble Methods - Bagging – Pros &amp; Cons</a:t>
            </a:r>
          </a:p>
          <a:p>
            <a:pPr marL="1270" indent="0" algn="just">
              <a:buClrTx/>
            </a:pPr>
            <a:endParaRPr lang="en-US" sz="2400" b="1" dirty="0">
              <a:latin typeface="Arial"/>
              <a:ea typeface="Microsoft YaHei"/>
              <a:cs typeface="Arial"/>
            </a:endParaRPr>
          </a:p>
          <a:p>
            <a:pPr marL="1270" indent="0" algn="just">
              <a:buClrTx/>
            </a:pPr>
            <a:r>
              <a:rPr lang="en-US" sz="2400" b="1" dirty="0">
                <a:latin typeface="Arial"/>
                <a:ea typeface="Microsoft YaHei"/>
                <a:cs typeface="Arial"/>
              </a:rPr>
              <a:t>Pros:</a:t>
            </a:r>
          </a:p>
          <a:p>
            <a:pPr marL="344170" indent="-342900" algn="just">
              <a:buClrTx/>
              <a:buFont typeface="Wingdings" panose="02020603050405020304" pitchFamily="18" charset="0"/>
              <a:buChar char="§"/>
            </a:pPr>
            <a:r>
              <a:rPr lang="en-US" sz="2200" dirty="0">
                <a:latin typeface="Arial"/>
                <a:ea typeface="Microsoft YaHei"/>
                <a:cs typeface="Arial"/>
              </a:rPr>
              <a:t>Reduces over-fitting of the model.</a:t>
            </a:r>
          </a:p>
          <a:p>
            <a:pPr marL="344170" indent="-342900" algn="just">
              <a:buClrTx/>
              <a:buFont typeface="Wingdings" panose="02020603050405020304" pitchFamily="18" charset="0"/>
              <a:buChar char="§"/>
            </a:pPr>
            <a:r>
              <a:rPr lang="en-US" sz="2200" dirty="0">
                <a:latin typeface="Arial"/>
                <a:ea typeface="Microsoft YaHei"/>
                <a:cs typeface="Arial"/>
              </a:rPr>
              <a:t>Handles higher dimensionality data very well.</a:t>
            </a:r>
            <a:endParaRPr lang="en-US" dirty="0"/>
          </a:p>
          <a:p>
            <a:pPr marL="344170" indent="-342900" algn="just">
              <a:buClrTx/>
              <a:buFont typeface="Wingdings" panose="02020603050405020304" pitchFamily="18" charset="0"/>
              <a:buChar char="§"/>
            </a:pPr>
            <a:r>
              <a:rPr lang="en-US" sz="2200" dirty="0">
                <a:latin typeface="Arial"/>
                <a:ea typeface="Microsoft YaHei"/>
                <a:cs typeface="Arial"/>
              </a:rPr>
              <a:t>Maintains accuracy for missing data.</a:t>
            </a:r>
            <a:endParaRPr lang="en-US" dirty="0"/>
          </a:p>
          <a:p>
            <a:pPr marL="344170" indent="-342900" algn="just">
              <a:buClrTx/>
              <a:buFont typeface="Wingdings" panose="02020603050405020304" pitchFamily="18" charset="0"/>
              <a:buChar char="§"/>
            </a:pPr>
            <a:r>
              <a:rPr lang="en-US" sz="2200" dirty="0">
                <a:latin typeface="Arial"/>
                <a:ea typeface="Microsoft YaHei"/>
                <a:cs typeface="Arial"/>
              </a:rPr>
              <a:t>Can help a lot if data is noisy</a:t>
            </a:r>
          </a:p>
          <a:p>
            <a:pPr marL="344170" indent="-342900" algn="just">
              <a:buClrTx/>
              <a:buFont typeface="Wingdings" panose="02020603050405020304" pitchFamily="18" charset="0"/>
              <a:buChar char="§"/>
            </a:pPr>
            <a:endParaRPr lang="en-US" sz="2200" dirty="0">
              <a:latin typeface="Arial"/>
              <a:ea typeface="Microsoft YaHei"/>
              <a:cs typeface="Arial"/>
            </a:endParaRPr>
          </a:p>
          <a:p>
            <a:pPr marL="1270" indent="0" algn="just">
              <a:buClrTx/>
            </a:pPr>
            <a:r>
              <a:rPr lang="en-US" sz="2400" b="1" dirty="0">
                <a:latin typeface="Arial"/>
                <a:ea typeface="Microsoft YaHei"/>
                <a:cs typeface="Arial"/>
              </a:rPr>
              <a:t>Cons:</a:t>
            </a:r>
          </a:p>
          <a:p>
            <a:pPr marL="344170" indent="-342900" algn="just">
              <a:buClrTx/>
              <a:buFont typeface="Wingdings" panose="02020603050405020304" pitchFamily="18" charset="0"/>
              <a:buChar char="§"/>
            </a:pPr>
            <a:r>
              <a:rPr lang="en-US" sz="2400" dirty="0">
                <a:latin typeface="Arial"/>
                <a:ea typeface="Microsoft YaHei"/>
                <a:cs typeface="Arial"/>
              </a:rPr>
              <a:t>As the final prediction is based on the mean predictions from subset trees, Predictions may not be precise.</a:t>
            </a:r>
          </a:p>
        </p:txBody>
      </p:sp>
      <p:sp>
        <p:nvSpPr>
          <p:cNvPr id="7172" name="Text Box 4">
            <a:extLst>
              <a:ext uri="{FF2B5EF4-FFF2-40B4-BE49-F238E27FC236}">
                <a16:creationId xmlns:a16="http://schemas.microsoft.com/office/drawing/2014/main" id="{742377C2-0CD7-4AD6-B54B-0712A8AA7D15}"/>
              </a:ext>
            </a:extLst>
          </p:cNvPr>
          <p:cNvSpPr txBox="1">
            <a:spLocks noChangeArrowheads="1"/>
          </p:cNvSpPr>
          <p:nvPr/>
        </p:nvSpPr>
        <p:spPr bwMode="auto">
          <a:xfrm>
            <a:off x="4097338" y="6430963"/>
            <a:ext cx="1039812" cy="276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200">
                <a:solidFill>
                  <a:srgbClr val="0033CC"/>
                </a:solidFill>
                <a:cs typeface="DejaVu Sans" pitchFamily="32" charset="0"/>
              </a:rPr>
              <a:t>TCS Internal</a:t>
            </a:r>
          </a:p>
        </p:txBody>
      </p:sp>
      <p:sp>
        <p:nvSpPr>
          <p:cNvPr id="3" name="Text Box 2">
            <a:extLst>
              <a:ext uri="{FF2B5EF4-FFF2-40B4-BE49-F238E27FC236}">
                <a16:creationId xmlns:a16="http://schemas.microsoft.com/office/drawing/2014/main" id="{A872BE27-E2FF-423A-ABBA-5B783B5199B8}"/>
              </a:ext>
            </a:extLst>
          </p:cNvPr>
          <p:cNvSpPr txBox="1">
            <a:spLocks noChangeArrowheads="1"/>
          </p:cNvSpPr>
          <p:nvPr/>
        </p:nvSpPr>
        <p:spPr bwMode="auto">
          <a:xfrm>
            <a:off x="342900" y="274638"/>
            <a:ext cx="8442325" cy="595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algn="ctr">
              <a:buClrTx/>
            </a:pPr>
            <a:r>
              <a:rPr lang="en-US" sz="2800">
                <a:solidFill>
                  <a:srgbClr val="4E84C4"/>
                </a:solidFill>
                <a:latin typeface="Myriad Pro"/>
                <a:ea typeface="Microsoft YaHei"/>
                <a:cs typeface="Arial"/>
              </a:rPr>
              <a:t>Machine Learning –  Bagging</a:t>
            </a:r>
            <a:endParaRPr lang="en-US" sz="2800" dirty="0">
              <a:solidFill>
                <a:srgbClr val="4E84C4"/>
              </a:solidFill>
              <a:latin typeface="Myriad Pro"/>
              <a:ea typeface="Microsoft YaHei"/>
              <a:cs typeface="Arial"/>
            </a:endParaRPr>
          </a:p>
        </p:txBody>
      </p:sp>
    </p:spTree>
    <p:extLst>
      <p:ext uri="{BB962C8B-B14F-4D97-AF65-F5344CB8AC3E}">
        <p14:creationId xmlns:p14="http://schemas.microsoft.com/office/powerpoint/2010/main" val="3413709278"/>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9" name="Text Box 1">
            <a:extLst>
              <a:ext uri="{FF2B5EF4-FFF2-40B4-BE49-F238E27FC236}">
                <a16:creationId xmlns:a16="http://schemas.microsoft.com/office/drawing/2014/main" id="{3D2E15B8-55ED-46E8-BA01-16704C5DE805}"/>
              </a:ext>
            </a:extLst>
          </p:cNvPr>
          <p:cNvSpPr txBox="1">
            <a:spLocks noChangeArrowheads="1"/>
          </p:cNvSpPr>
          <p:nvPr/>
        </p:nvSpPr>
        <p:spPr bwMode="auto">
          <a:xfrm>
            <a:off x="8477250" y="6461125"/>
            <a:ext cx="381000" cy="265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algn="r" eaLnBrk="1" hangingPunct="1">
              <a:spcBef>
                <a:spcPts val="563"/>
              </a:spcBef>
              <a:buClrTx/>
              <a:buFontTx/>
              <a:buNone/>
            </a:pPr>
            <a:fld id="{A4C4D1A4-0089-4AED-9CE3-D7762AA7C9E6}" type="slidenum">
              <a:rPr lang="en-US" altLang="en-US" sz="900" b="1">
                <a:solidFill>
                  <a:srgbClr val="4E84C4"/>
                </a:solidFill>
                <a:latin typeface="Myriad Pro" pitchFamily="32" charset="0"/>
              </a:rPr>
              <a:pPr algn="r" eaLnBrk="1" hangingPunct="1">
                <a:spcBef>
                  <a:spcPts val="563"/>
                </a:spcBef>
                <a:buClrTx/>
                <a:buFontTx/>
                <a:buNone/>
              </a:pPr>
              <a:t>14</a:t>
            </a:fld>
            <a:endParaRPr lang="en-US" altLang="en-US" sz="900" b="1">
              <a:solidFill>
                <a:srgbClr val="4E84C4"/>
              </a:solidFill>
              <a:latin typeface="Myriad Pro" pitchFamily="32" charset="0"/>
            </a:endParaRPr>
          </a:p>
        </p:txBody>
      </p:sp>
      <p:sp>
        <p:nvSpPr>
          <p:cNvPr id="7171" name="Rectangle 3">
            <a:extLst>
              <a:ext uri="{FF2B5EF4-FFF2-40B4-BE49-F238E27FC236}">
                <a16:creationId xmlns:a16="http://schemas.microsoft.com/office/drawing/2014/main" id="{7CF55ACE-C462-4A89-B58D-A593CC4EC317}"/>
              </a:ext>
            </a:extLst>
          </p:cNvPr>
          <p:cNvSpPr>
            <a:spLocks noChangeArrowheads="1"/>
          </p:cNvSpPr>
          <p:nvPr/>
        </p:nvSpPr>
        <p:spPr bwMode="auto">
          <a:xfrm>
            <a:off x="497326" y="2177108"/>
            <a:ext cx="7988419" cy="27575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marL="207963" indent="-206375">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1pPr>
            <a:lvl2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2pPr>
            <a:lvl3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3pPr>
            <a:lvl4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4pPr>
            <a:lvl5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9pPr>
          </a:lstStyle>
          <a:p>
            <a:pPr marL="1270" indent="0" algn="just">
              <a:buClrTx/>
            </a:pPr>
            <a:r>
              <a:rPr lang="en-US" sz="2400" b="1" dirty="0">
                <a:latin typeface="Arial"/>
                <a:ea typeface="Microsoft YaHei"/>
                <a:cs typeface="Arial"/>
              </a:rPr>
              <a:t>Ensemble Methods - Bagging – Example</a:t>
            </a:r>
          </a:p>
          <a:p>
            <a:pPr marL="1270" indent="0" algn="just">
              <a:buClrTx/>
            </a:pPr>
            <a:r>
              <a:rPr lang="en-US" sz="2400" dirty="0">
                <a:latin typeface="Arial"/>
                <a:ea typeface="Microsoft YaHei"/>
                <a:cs typeface="Arial"/>
              </a:rPr>
              <a:t>Census Income dataset</a:t>
            </a:r>
          </a:p>
          <a:p>
            <a:pPr marL="1270" indent="0" algn="just">
              <a:buClrTx/>
            </a:pPr>
            <a:endParaRPr lang="en-US" sz="2400" dirty="0">
              <a:latin typeface="Arial"/>
              <a:ea typeface="Microsoft YaHei"/>
              <a:cs typeface="Arial"/>
            </a:endParaRPr>
          </a:p>
          <a:p>
            <a:pPr marL="207645" algn="just">
              <a:buClrTx/>
            </a:pPr>
            <a:r>
              <a:rPr lang="en-US" sz="1800" dirty="0">
                <a:solidFill>
                  <a:schemeClr val="accent6">
                    <a:lumMod val="75000"/>
                  </a:schemeClr>
                </a:solidFill>
                <a:latin typeface="Candara"/>
                <a:ea typeface="Microsoft YaHei"/>
                <a:cs typeface="Arial"/>
              </a:rPr>
              <a:t>from </a:t>
            </a:r>
            <a:r>
              <a:rPr lang="en-US" sz="1800" dirty="0" err="1">
                <a:solidFill>
                  <a:schemeClr val="accent6">
                    <a:lumMod val="75000"/>
                  </a:schemeClr>
                </a:solidFill>
                <a:latin typeface="Candara"/>
                <a:ea typeface="Microsoft YaHei"/>
                <a:cs typeface="Arial"/>
              </a:rPr>
              <a:t>sklearn.ensemble</a:t>
            </a:r>
            <a:r>
              <a:rPr lang="en-US" sz="1800" dirty="0">
                <a:solidFill>
                  <a:schemeClr val="accent6">
                    <a:lumMod val="75000"/>
                  </a:schemeClr>
                </a:solidFill>
                <a:latin typeface="Candara"/>
                <a:ea typeface="Microsoft YaHei"/>
                <a:cs typeface="Arial"/>
              </a:rPr>
              <a:t> import </a:t>
            </a:r>
            <a:r>
              <a:rPr lang="en-US" sz="1800" dirty="0" err="1">
                <a:solidFill>
                  <a:schemeClr val="accent6">
                    <a:lumMod val="75000"/>
                  </a:schemeClr>
                </a:solidFill>
                <a:latin typeface="Candara"/>
                <a:ea typeface="Microsoft YaHei"/>
                <a:cs typeface="Arial"/>
              </a:rPr>
              <a:t>BaggingClassifier</a:t>
            </a:r>
            <a:r>
              <a:rPr lang="en-US" sz="1800" dirty="0">
                <a:solidFill>
                  <a:schemeClr val="accent6">
                    <a:lumMod val="75000"/>
                  </a:schemeClr>
                </a:solidFill>
                <a:latin typeface="Candara"/>
                <a:ea typeface="Microsoft YaHei"/>
                <a:cs typeface="Arial"/>
              </a:rPr>
              <a:t> </a:t>
            </a:r>
          </a:p>
          <a:p>
            <a:pPr marL="207645" algn="just">
              <a:buClrTx/>
            </a:pPr>
            <a:r>
              <a:rPr lang="en-US" sz="1800" dirty="0">
                <a:solidFill>
                  <a:schemeClr val="accent6">
                    <a:lumMod val="75000"/>
                  </a:schemeClr>
                </a:solidFill>
                <a:latin typeface="Candara"/>
                <a:ea typeface="Microsoft YaHei"/>
                <a:cs typeface="Arial"/>
              </a:rPr>
              <a:t>from </a:t>
            </a:r>
            <a:r>
              <a:rPr lang="en-US" sz="1800" dirty="0" err="1">
                <a:solidFill>
                  <a:schemeClr val="accent6">
                    <a:lumMod val="75000"/>
                  </a:schemeClr>
                </a:solidFill>
                <a:latin typeface="Candara"/>
                <a:ea typeface="Microsoft YaHei"/>
                <a:cs typeface="Arial"/>
              </a:rPr>
              <a:t>sklearn.tree</a:t>
            </a:r>
            <a:r>
              <a:rPr lang="en-US" sz="1800" dirty="0">
                <a:solidFill>
                  <a:schemeClr val="accent6">
                    <a:lumMod val="75000"/>
                  </a:schemeClr>
                </a:solidFill>
                <a:latin typeface="Candara"/>
                <a:ea typeface="Microsoft YaHei"/>
                <a:cs typeface="Arial"/>
              </a:rPr>
              <a:t> import </a:t>
            </a:r>
            <a:r>
              <a:rPr lang="en-US" sz="1800" dirty="0" err="1">
                <a:solidFill>
                  <a:schemeClr val="accent6">
                    <a:lumMod val="75000"/>
                  </a:schemeClr>
                </a:solidFill>
                <a:latin typeface="Candara"/>
                <a:ea typeface="Microsoft YaHei"/>
                <a:cs typeface="Arial"/>
              </a:rPr>
              <a:t>DecisionTreeClassifier</a:t>
            </a:r>
            <a:endParaRPr lang="en-US" sz="1800" dirty="0">
              <a:solidFill>
                <a:schemeClr val="accent6">
                  <a:lumMod val="75000"/>
                </a:schemeClr>
              </a:solidFill>
              <a:latin typeface="Candara"/>
              <a:ea typeface="Microsoft YaHei"/>
              <a:cs typeface="Arial"/>
            </a:endParaRPr>
          </a:p>
          <a:p>
            <a:pPr marL="207645" algn="just">
              <a:buClrTx/>
            </a:pPr>
            <a:r>
              <a:rPr lang="en-US" sz="1800" dirty="0" err="1">
                <a:solidFill>
                  <a:schemeClr val="accent6">
                    <a:lumMod val="75000"/>
                  </a:schemeClr>
                </a:solidFill>
                <a:latin typeface="Candara"/>
                <a:ea typeface="Microsoft YaHei"/>
                <a:cs typeface="Arial"/>
              </a:rPr>
              <a:t>base_cls</a:t>
            </a:r>
            <a:r>
              <a:rPr lang="en-US" sz="1800" dirty="0">
                <a:solidFill>
                  <a:schemeClr val="accent6">
                    <a:lumMod val="75000"/>
                  </a:schemeClr>
                </a:solidFill>
                <a:latin typeface="Candara"/>
                <a:ea typeface="Microsoft YaHei"/>
                <a:cs typeface="Arial"/>
              </a:rPr>
              <a:t> = </a:t>
            </a:r>
            <a:r>
              <a:rPr lang="en-US" sz="1800" dirty="0" err="1">
                <a:solidFill>
                  <a:schemeClr val="accent6">
                    <a:lumMod val="75000"/>
                  </a:schemeClr>
                </a:solidFill>
                <a:latin typeface="Candara"/>
                <a:ea typeface="Microsoft YaHei"/>
                <a:cs typeface="Arial"/>
              </a:rPr>
              <a:t>DecisionTreeClassifier</a:t>
            </a:r>
            <a:r>
              <a:rPr lang="en-US" sz="1800" dirty="0">
                <a:solidFill>
                  <a:schemeClr val="accent6">
                    <a:lumMod val="75000"/>
                  </a:schemeClr>
                </a:solidFill>
                <a:latin typeface="Candara"/>
                <a:ea typeface="Microsoft YaHei"/>
                <a:cs typeface="Arial"/>
              </a:rPr>
              <a:t>() </a:t>
            </a:r>
          </a:p>
          <a:p>
            <a:pPr marL="207645" algn="just">
              <a:buClrTx/>
            </a:pPr>
            <a:r>
              <a:rPr lang="en-US" sz="1800" dirty="0" err="1">
                <a:solidFill>
                  <a:schemeClr val="accent6">
                    <a:lumMod val="75000"/>
                  </a:schemeClr>
                </a:solidFill>
                <a:latin typeface="Candara"/>
                <a:ea typeface="Microsoft YaHei"/>
                <a:cs typeface="Arial"/>
              </a:rPr>
              <a:t>num_trees</a:t>
            </a:r>
            <a:r>
              <a:rPr lang="en-US" sz="1800" dirty="0">
                <a:solidFill>
                  <a:schemeClr val="accent6">
                    <a:lumMod val="75000"/>
                  </a:schemeClr>
                </a:solidFill>
                <a:latin typeface="Candara"/>
                <a:ea typeface="Microsoft YaHei"/>
                <a:cs typeface="Arial"/>
              </a:rPr>
              <a:t> = 500</a:t>
            </a:r>
          </a:p>
          <a:p>
            <a:pPr marL="207645" algn="just">
              <a:buClrTx/>
            </a:pPr>
            <a:r>
              <a:rPr lang="en-US" sz="1800" dirty="0">
                <a:solidFill>
                  <a:schemeClr val="accent6">
                    <a:lumMod val="75000"/>
                  </a:schemeClr>
                </a:solidFill>
                <a:latin typeface="Candara"/>
                <a:ea typeface="Microsoft YaHei"/>
                <a:cs typeface="Arial"/>
              </a:rPr>
              <a:t>seed=8</a:t>
            </a:r>
          </a:p>
          <a:p>
            <a:pPr marL="207645" algn="just">
              <a:buClrTx/>
            </a:pPr>
            <a:r>
              <a:rPr lang="en-US" sz="1800" dirty="0">
                <a:solidFill>
                  <a:schemeClr val="accent6">
                    <a:lumMod val="75000"/>
                  </a:schemeClr>
                </a:solidFill>
                <a:latin typeface="Candara"/>
                <a:ea typeface="Microsoft YaHei"/>
                <a:cs typeface="Arial"/>
              </a:rPr>
              <a:t>model = </a:t>
            </a:r>
            <a:r>
              <a:rPr lang="en-US" sz="1800" dirty="0" err="1">
                <a:solidFill>
                  <a:schemeClr val="accent6">
                    <a:lumMod val="75000"/>
                  </a:schemeClr>
                </a:solidFill>
                <a:latin typeface="Candara"/>
                <a:ea typeface="Microsoft YaHei"/>
                <a:cs typeface="Arial"/>
              </a:rPr>
              <a:t>BaggingClassifier</a:t>
            </a:r>
            <a:r>
              <a:rPr lang="en-US" sz="1800" dirty="0">
                <a:solidFill>
                  <a:schemeClr val="accent6">
                    <a:lumMod val="75000"/>
                  </a:schemeClr>
                </a:solidFill>
                <a:latin typeface="Candara"/>
                <a:ea typeface="Microsoft YaHei"/>
                <a:cs typeface="Arial"/>
              </a:rPr>
              <a:t>(</a:t>
            </a:r>
            <a:r>
              <a:rPr lang="en-US" sz="1800" dirty="0" err="1">
                <a:solidFill>
                  <a:schemeClr val="accent6">
                    <a:lumMod val="75000"/>
                  </a:schemeClr>
                </a:solidFill>
                <a:latin typeface="Candara"/>
                <a:ea typeface="Microsoft YaHei"/>
                <a:cs typeface="Arial"/>
              </a:rPr>
              <a:t>base_estimator</a:t>
            </a:r>
            <a:r>
              <a:rPr lang="en-US" sz="1800" dirty="0">
                <a:solidFill>
                  <a:schemeClr val="accent6">
                    <a:lumMod val="75000"/>
                  </a:schemeClr>
                </a:solidFill>
                <a:latin typeface="Candara"/>
                <a:ea typeface="Microsoft YaHei"/>
                <a:cs typeface="Arial"/>
              </a:rPr>
              <a:t> = </a:t>
            </a:r>
            <a:r>
              <a:rPr lang="en-US" sz="1800" dirty="0" err="1">
                <a:solidFill>
                  <a:schemeClr val="accent6">
                    <a:lumMod val="75000"/>
                  </a:schemeClr>
                </a:solidFill>
                <a:latin typeface="Candara"/>
                <a:ea typeface="Microsoft YaHei"/>
                <a:cs typeface="Arial"/>
              </a:rPr>
              <a:t>base_cls</a:t>
            </a:r>
            <a:r>
              <a:rPr lang="en-US" sz="1800" dirty="0">
                <a:solidFill>
                  <a:schemeClr val="accent6">
                    <a:lumMod val="75000"/>
                  </a:schemeClr>
                </a:solidFill>
                <a:latin typeface="Candara"/>
                <a:ea typeface="Microsoft YaHei"/>
                <a:cs typeface="Arial"/>
              </a:rPr>
              <a:t>, </a:t>
            </a:r>
          </a:p>
          <a:p>
            <a:pPr marL="207645" algn="just">
              <a:buClrTx/>
            </a:pPr>
            <a:r>
              <a:rPr lang="en-US" sz="1800" dirty="0">
                <a:solidFill>
                  <a:schemeClr val="accent6">
                    <a:lumMod val="75000"/>
                  </a:schemeClr>
                </a:solidFill>
                <a:latin typeface="Candara"/>
                <a:ea typeface="Microsoft YaHei"/>
                <a:cs typeface="Arial"/>
              </a:rPr>
              <a:t>                          </a:t>
            </a:r>
            <a:r>
              <a:rPr lang="en-US" sz="1800" dirty="0" err="1">
                <a:solidFill>
                  <a:schemeClr val="accent6">
                    <a:lumMod val="75000"/>
                  </a:schemeClr>
                </a:solidFill>
                <a:latin typeface="Candara"/>
                <a:ea typeface="Microsoft YaHei"/>
                <a:cs typeface="Arial"/>
              </a:rPr>
              <a:t>n_estimators</a:t>
            </a:r>
            <a:r>
              <a:rPr lang="en-US" sz="1800" dirty="0">
                <a:solidFill>
                  <a:schemeClr val="accent6">
                    <a:lumMod val="75000"/>
                  </a:schemeClr>
                </a:solidFill>
                <a:latin typeface="Candara"/>
                <a:ea typeface="Microsoft YaHei"/>
                <a:cs typeface="Arial"/>
              </a:rPr>
              <a:t> = </a:t>
            </a:r>
            <a:r>
              <a:rPr lang="en-US" sz="1800" dirty="0" err="1">
                <a:solidFill>
                  <a:schemeClr val="accent6">
                    <a:lumMod val="75000"/>
                  </a:schemeClr>
                </a:solidFill>
                <a:latin typeface="Candara"/>
                <a:ea typeface="Microsoft YaHei"/>
                <a:cs typeface="Arial"/>
              </a:rPr>
              <a:t>num_trees</a:t>
            </a:r>
            <a:r>
              <a:rPr lang="en-US" sz="1800" dirty="0">
                <a:solidFill>
                  <a:schemeClr val="accent6">
                    <a:lumMod val="75000"/>
                  </a:schemeClr>
                </a:solidFill>
                <a:latin typeface="Candara"/>
                <a:ea typeface="Microsoft YaHei"/>
                <a:cs typeface="Arial"/>
              </a:rPr>
              <a:t>, </a:t>
            </a:r>
          </a:p>
          <a:p>
            <a:pPr marL="1270" indent="0" algn="just">
              <a:buClrTx/>
            </a:pPr>
            <a:r>
              <a:rPr lang="en-US" sz="1800" dirty="0">
                <a:solidFill>
                  <a:schemeClr val="accent6">
                    <a:lumMod val="75000"/>
                  </a:schemeClr>
                </a:solidFill>
                <a:latin typeface="Candara"/>
                <a:ea typeface="Microsoft YaHei"/>
                <a:cs typeface="Arial"/>
              </a:rPr>
              <a:t>                          </a:t>
            </a:r>
            <a:r>
              <a:rPr lang="en-US" sz="1800" dirty="0" err="1">
                <a:solidFill>
                  <a:schemeClr val="accent6">
                    <a:lumMod val="75000"/>
                  </a:schemeClr>
                </a:solidFill>
                <a:latin typeface="Candara"/>
                <a:ea typeface="Microsoft YaHei"/>
                <a:cs typeface="Arial"/>
              </a:rPr>
              <a:t>random_state</a:t>
            </a:r>
            <a:r>
              <a:rPr lang="en-US" sz="1800" dirty="0">
                <a:solidFill>
                  <a:schemeClr val="accent6">
                    <a:lumMod val="75000"/>
                  </a:schemeClr>
                </a:solidFill>
                <a:latin typeface="Candara"/>
                <a:ea typeface="Microsoft YaHei"/>
                <a:cs typeface="Arial"/>
              </a:rPr>
              <a:t> = seed) </a:t>
            </a:r>
          </a:p>
          <a:p>
            <a:pPr marL="1270" indent="0" algn="just">
              <a:buClrTx/>
            </a:pPr>
            <a:r>
              <a:rPr lang="en-US" sz="1800" dirty="0" err="1">
                <a:solidFill>
                  <a:schemeClr val="accent6">
                    <a:lumMod val="75000"/>
                  </a:schemeClr>
                </a:solidFill>
                <a:latin typeface="Candara"/>
                <a:ea typeface="Microsoft YaHei"/>
                <a:cs typeface="Arial"/>
              </a:rPr>
              <a:t>model.fit</a:t>
            </a:r>
            <a:r>
              <a:rPr lang="en-US" sz="1800" dirty="0">
                <a:solidFill>
                  <a:schemeClr val="accent6">
                    <a:lumMod val="75000"/>
                  </a:schemeClr>
                </a:solidFill>
                <a:latin typeface="Candara"/>
                <a:ea typeface="Microsoft YaHei"/>
                <a:cs typeface="Arial"/>
              </a:rPr>
              <a:t>(</a:t>
            </a:r>
            <a:r>
              <a:rPr lang="en-US" sz="1800" dirty="0" err="1">
                <a:solidFill>
                  <a:schemeClr val="accent6">
                    <a:lumMod val="75000"/>
                  </a:schemeClr>
                </a:solidFill>
                <a:latin typeface="Candara"/>
                <a:ea typeface="Microsoft YaHei"/>
                <a:cs typeface="Arial"/>
              </a:rPr>
              <a:t>X_train</a:t>
            </a:r>
            <a:r>
              <a:rPr lang="en-US" sz="1800" dirty="0">
                <a:solidFill>
                  <a:schemeClr val="accent6">
                    <a:lumMod val="75000"/>
                  </a:schemeClr>
                </a:solidFill>
                <a:latin typeface="Candara"/>
                <a:ea typeface="Microsoft YaHei"/>
                <a:cs typeface="Arial"/>
              </a:rPr>
              <a:t>, </a:t>
            </a:r>
            <a:r>
              <a:rPr lang="en-US" sz="1800" dirty="0" err="1">
                <a:solidFill>
                  <a:schemeClr val="accent6">
                    <a:lumMod val="75000"/>
                  </a:schemeClr>
                </a:solidFill>
                <a:latin typeface="Candara"/>
                <a:ea typeface="Microsoft YaHei"/>
                <a:cs typeface="Arial"/>
              </a:rPr>
              <a:t>y_train</a:t>
            </a:r>
            <a:r>
              <a:rPr lang="en-US" sz="1800" dirty="0">
                <a:solidFill>
                  <a:schemeClr val="accent6">
                    <a:lumMod val="75000"/>
                  </a:schemeClr>
                </a:solidFill>
                <a:latin typeface="Candara"/>
                <a:ea typeface="Microsoft YaHei"/>
                <a:cs typeface="Arial"/>
              </a:rPr>
              <a:t>)</a:t>
            </a:r>
          </a:p>
          <a:p>
            <a:pPr marL="1270" indent="0" algn="just">
              <a:buClrTx/>
            </a:pPr>
            <a:r>
              <a:rPr lang="en-US" sz="1800" dirty="0">
                <a:solidFill>
                  <a:schemeClr val="accent6">
                    <a:lumMod val="75000"/>
                  </a:schemeClr>
                </a:solidFill>
                <a:latin typeface="Candara"/>
                <a:ea typeface="Microsoft YaHei"/>
                <a:cs typeface="Arial"/>
              </a:rPr>
              <a:t>print("Accuracy of Bagging algorithm = ", </a:t>
            </a:r>
            <a:r>
              <a:rPr lang="en-US" sz="1800" dirty="0" err="1">
                <a:solidFill>
                  <a:schemeClr val="accent6">
                    <a:lumMod val="75000"/>
                  </a:schemeClr>
                </a:solidFill>
                <a:latin typeface="Candara"/>
                <a:ea typeface="Microsoft YaHei"/>
                <a:cs typeface="Arial"/>
              </a:rPr>
              <a:t>model.score</a:t>
            </a:r>
            <a:r>
              <a:rPr lang="en-US" sz="1800" dirty="0">
                <a:solidFill>
                  <a:schemeClr val="accent6">
                    <a:lumMod val="75000"/>
                  </a:schemeClr>
                </a:solidFill>
                <a:latin typeface="Candara"/>
                <a:ea typeface="Microsoft YaHei"/>
                <a:cs typeface="Arial"/>
              </a:rPr>
              <a:t>(</a:t>
            </a:r>
            <a:r>
              <a:rPr lang="en-US" sz="1800" dirty="0" err="1">
                <a:solidFill>
                  <a:schemeClr val="accent6">
                    <a:lumMod val="75000"/>
                  </a:schemeClr>
                </a:solidFill>
                <a:latin typeface="Candara"/>
                <a:ea typeface="Microsoft YaHei"/>
                <a:cs typeface="Arial"/>
              </a:rPr>
              <a:t>X_test</a:t>
            </a:r>
            <a:r>
              <a:rPr lang="en-US" sz="1800" dirty="0">
                <a:solidFill>
                  <a:schemeClr val="accent6">
                    <a:lumMod val="75000"/>
                  </a:schemeClr>
                </a:solidFill>
                <a:latin typeface="Candara"/>
                <a:ea typeface="Microsoft YaHei"/>
                <a:cs typeface="Arial"/>
              </a:rPr>
              <a:t>, </a:t>
            </a:r>
            <a:r>
              <a:rPr lang="en-US" sz="1800" dirty="0" err="1">
                <a:solidFill>
                  <a:schemeClr val="accent6">
                    <a:lumMod val="75000"/>
                  </a:schemeClr>
                </a:solidFill>
                <a:latin typeface="Candara"/>
                <a:ea typeface="Microsoft YaHei"/>
                <a:cs typeface="Arial"/>
              </a:rPr>
              <a:t>y_test</a:t>
            </a:r>
            <a:r>
              <a:rPr lang="en-US" sz="1800" dirty="0">
                <a:solidFill>
                  <a:schemeClr val="accent6">
                    <a:lumMod val="75000"/>
                  </a:schemeClr>
                </a:solidFill>
                <a:latin typeface="Candara"/>
                <a:ea typeface="Microsoft YaHei"/>
                <a:cs typeface="Arial"/>
              </a:rPr>
              <a:t>))</a:t>
            </a:r>
          </a:p>
          <a:p>
            <a:pPr marL="207645" algn="just">
              <a:buClrTx/>
            </a:pPr>
            <a:r>
              <a:rPr lang="en-US" sz="1800" b="1" dirty="0">
                <a:solidFill>
                  <a:schemeClr val="accent6">
                    <a:lumMod val="75000"/>
                  </a:schemeClr>
                </a:solidFill>
                <a:latin typeface="Candara"/>
                <a:ea typeface="Microsoft YaHei"/>
                <a:cs typeface="Arial"/>
              </a:rPr>
              <a:t>Accuracy of Bagging algorithm =  0.852469886175268
</a:t>
            </a:r>
          </a:p>
          <a:p>
            <a:pPr marL="207645" algn="just">
              <a:buClrTx/>
            </a:pPr>
            <a:endParaRPr lang="en-US" sz="2400" dirty="0">
              <a:cs typeface="Arial"/>
            </a:endParaRPr>
          </a:p>
        </p:txBody>
      </p:sp>
      <p:sp>
        <p:nvSpPr>
          <p:cNvPr id="7172" name="Text Box 4">
            <a:extLst>
              <a:ext uri="{FF2B5EF4-FFF2-40B4-BE49-F238E27FC236}">
                <a16:creationId xmlns:a16="http://schemas.microsoft.com/office/drawing/2014/main" id="{742377C2-0CD7-4AD6-B54B-0712A8AA7D15}"/>
              </a:ext>
            </a:extLst>
          </p:cNvPr>
          <p:cNvSpPr txBox="1">
            <a:spLocks noChangeArrowheads="1"/>
          </p:cNvSpPr>
          <p:nvPr/>
        </p:nvSpPr>
        <p:spPr bwMode="auto">
          <a:xfrm>
            <a:off x="4097338" y="6430963"/>
            <a:ext cx="1039812" cy="276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200">
                <a:solidFill>
                  <a:srgbClr val="0033CC"/>
                </a:solidFill>
                <a:cs typeface="DejaVu Sans" pitchFamily="32" charset="0"/>
              </a:rPr>
              <a:t>TCS Internal</a:t>
            </a:r>
          </a:p>
        </p:txBody>
      </p:sp>
      <p:sp>
        <p:nvSpPr>
          <p:cNvPr id="3" name="Text Box 2">
            <a:extLst>
              <a:ext uri="{FF2B5EF4-FFF2-40B4-BE49-F238E27FC236}">
                <a16:creationId xmlns:a16="http://schemas.microsoft.com/office/drawing/2014/main" id="{A872BE27-E2FF-423A-ABBA-5B783B5199B8}"/>
              </a:ext>
            </a:extLst>
          </p:cNvPr>
          <p:cNvSpPr txBox="1">
            <a:spLocks noChangeArrowheads="1"/>
          </p:cNvSpPr>
          <p:nvPr/>
        </p:nvSpPr>
        <p:spPr bwMode="auto">
          <a:xfrm>
            <a:off x="342900" y="274638"/>
            <a:ext cx="8442325" cy="595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algn="ctr">
              <a:buClrTx/>
            </a:pPr>
            <a:r>
              <a:rPr lang="en-US" sz="2800" dirty="0">
                <a:solidFill>
                  <a:srgbClr val="4E84C4"/>
                </a:solidFill>
                <a:latin typeface="Myriad Pro"/>
                <a:ea typeface="Microsoft YaHei"/>
                <a:cs typeface="Arial"/>
              </a:rPr>
              <a:t>Machine Learning –  Bagging</a:t>
            </a:r>
          </a:p>
        </p:txBody>
      </p:sp>
    </p:spTree>
    <p:extLst>
      <p:ext uri="{BB962C8B-B14F-4D97-AF65-F5344CB8AC3E}">
        <p14:creationId xmlns:p14="http://schemas.microsoft.com/office/powerpoint/2010/main" val="53860462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9" name="Text Box 1">
            <a:extLst>
              <a:ext uri="{FF2B5EF4-FFF2-40B4-BE49-F238E27FC236}">
                <a16:creationId xmlns:a16="http://schemas.microsoft.com/office/drawing/2014/main" id="{3D2E15B8-55ED-46E8-BA01-16704C5DE805}"/>
              </a:ext>
            </a:extLst>
          </p:cNvPr>
          <p:cNvSpPr txBox="1">
            <a:spLocks noChangeArrowheads="1"/>
          </p:cNvSpPr>
          <p:nvPr/>
        </p:nvSpPr>
        <p:spPr bwMode="auto">
          <a:xfrm>
            <a:off x="8477250" y="6461125"/>
            <a:ext cx="381000" cy="265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algn="r" eaLnBrk="1" hangingPunct="1">
              <a:spcBef>
                <a:spcPts val="563"/>
              </a:spcBef>
              <a:buClrTx/>
              <a:buFontTx/>
              <a:buNone/>
            </a:pPr>
            <a:fld id="{A4C4D1A4-0089-4AED-9CE3-D7762AA7C9E6}" type="slidenum">
              <a:rPr lang="en-US" altLang="en-US" sz="900" b="1">
                <a:solidFill>
                  <a:srgbClr val="4E84C4"/>
                </a:solidFill>
                <a:latin typeface="Myriad Pro" pitchFamily="32" charset="0"/>
              </a:rPr>
              <a:pPr algn="r" eaLnBrk="1" hangingPunct="1">
                <a:spcBef>
                  <a:spcPts val="563"/>
                </a:spcBef>
                <a:buClrTx/>
                <a:buFontTx/>
                <a:buNone/>
              </a:pPr>
              <a:t>15</a:t>
            </a:fld>
            <a:endParaRPr lang="en-US" altLang="en-US" sz="900" b="1">
              <a:solidFill>
                <a:srgbClr val="4E84C4"/>
              </a:solidFill>
              <a:latin typeface="Myriad Pro" pitchFamily="32" charset="0"/>
            </a:endParaRPr>
          </a:p>
        </p:txBody>
      </p:sp>
      <p:sp>
        <p:nvSpPr>
          <p:cNvPr id="7171" name="Rectangle 3">
            <a:extLst>
              <a:ext uri="{FF2B5EF4-FFF2-40B4-BE49-F238E27FC236}">
                <a16:creationId xmlns:a16="http://schemas.microsoft.com/office/drawing/2014/main" id="{7CF55ACE-C462-4A89-B58D-A593CC4EC317}"/>
              </a:ext>
            </a:extLst>
          </p:cNvPr>
          <p:cNvSpPr>
            <a:spLocks noChangeArrowheads="1"/>
          </p:cNvSpPr>
          <p:nvPr/>
        </p:nvSpPr>
        <p:spPr bwMode="auto">
          <a:xfrm>
            <a:off x="454194" y="1875184"/>
            <a:ext cx="7988419" cy="27575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marL="207963" indent="-206375">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1pPr>
            <a:lvl2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2pPr>
            <a:lvl3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3pPr>
            <a:lvl4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4pPr>
            <a:lvl5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9pPr>
          </a:lstStyle>
          <a:p>
            <a:pPr marL="1270" indent="0" algn="just">
              <a:buClrTx/>
            </a:pPr>
            <a:r>
              <a:rPr lang="en-US" sz="2400" b="1">
                <a:latin typeface="Arial"/>
                <a:ea typeface="Microsoft YaHei"/>
                <a:cs typeface="Arial"/>
              </a:rPr>
              <a:t>Ensemble Methods - Random Forrest</a:t>
            </a:r>
            <a:endParaRPr lang="en-US" sz="2400" b="1" dirty="0">
              <a:latin typeface="Arial"/>
              <a:ea typeface="Microsoft YaHei"/>
              <a:cs typeface="Arial"/>
            </a:endParaRPr>
          </a:p>
          <a:p>
            <a:pPr marL="1270" indent="0" algn="just">
              <a:buClrTx/>
            </a:pPr>
            <a:endParaRPr lang="en-US" sz="2400" b="1" dirty="0">
              <a:latin typeface="Arial"/>
              <a:ea typeface="Microsoft YaHei"/>
              <a:cs typeface="Arial"/>
            </a:endParaRPr>
          </a:p>
          <a:p>
            <a:pPr marL="344170" indent="-342900" algn="just">
              <a:buClrTx/>
              <a:buFont typeface="Wingdings" panose="02020603050405020304" pitchFamily="18" charset="0"/>
              <a:buChar char="§"/>
            </a:pPr>
            <a:r>
              <a:rPr lang="en-US" sz="2200">
                <a:latin typeface="Arial"/>
                <a:ea typeface="Microsoft YaHei"/>
                <a:cs typeface="Arial"/>
              </a:rPr>
              <a:t>The random forest is a bagging method which uses decision Trees/decision stumps as base learners i.e Random forests are a combination of tree predictors</a:t>
            </a:r>
            <a:endParaRPr lang="en-US"/>
          </a:p>
          <a:p>
            <a:pPr marL="344170" indent="-342900" algn="just">
              <a:buClrTx/>
              <a:buFont typeface="Wingdings" panose="02020603050405020304" pitchFamily="18" charset="0"/>
              <a:buChar char="§"/>
            </a:pPr>
            <a:r>
              <a:rPr lang="en-US" sz="2200">
                <a:latin typeface="Arial"/>
                <a:ea typeface="Microsoft YaHei"/>
                <a:cs typeface="Arial"/>
              </a:rPr>
              <a:t>Each tree depends on the values of a random vector sampled independently</a:t>
            </a:r>
            <a:endParaRPr lang="en-US">
              <a:cs typeface="Arial"/>
            </a:endParaRPr>
          </a:p>
          <a:p>
            <a:pPr marL="344170" indent="-342900" algn="just">
              <a:buClrTx/>
              <a:buFont typeface="Wingdings" panose="02020603050405020304" pitchFamily="18" charset="0"/>
              <a:buChar char="§"/>
            </a:pPr>
            <a:r>
              <a:rPr lang="en-US" sz="2200">
                <a:latin typeface="Arial"/>
                <a:ea typeface="Microsoft YaHei"/>
                <a:cs typeface="Arial"/>
              </a:rPr>
              <a:t>The generalization error depends on the strength of the individual trees and the correlation between them</a:t>
            </a:r>
            <a:endParaRPr lang="en-US">
              <a:cs typeface="Arial"/>
            </a:endParaRPr>
          </a:p>
          <a:p>
            <a:pPr marL="344170" indent="-342900" algn="just">
              <a:buClrTx/>
              <a:buFont typeface="Wingdings" panose="02020603050405020304" pitchFamily="18" charset="0"/>
              <a:buChar char="§"/>
            </a:pPr>
            <a:r>
              <a:rPr lang="en-US" sz="2200">
                <a:latin typeface="Arial"/>
                <a:ea typeface="Microsoft YaHei"/>
                <a:cs typeface="Arial"/>
              </a:rPr>
              <a:t>Using a random selection of features yields results robust w.r.t. noise</a:t>
            </a:r>
            <a:endParaRPr lang="en-US"/>
          </a:p>
          <a:p>
            <a:pPr marL="1270" indent="0" algn="just">
              <a:buClrTx/>
            </a:pPr>
            <a:endParaRPr lang="en-US" sz="2400" dirty="0">
              <a:latin typeface="Arial"/>
              <a:ea typeface="Microsoft YaHei"/>
              <a:cs typeface="Arial"/>
            </a:endParaRPr>
          </a:p>
        </p:txBody>
      </p:sp>
      <p:sp>
        <p:nvSpPr>
          <p:cNvPr id="7172" name="Text Box 4">
            <a:extLst>
              <a:ext uri="{FF2B5EF4-FFF2-40B4-BE49-F238E27FC236}">
                <a16:creationId xmlns:a16="http://schemas.microsoft.com/office/drawing/2014/main" id="{742377C2-0CD7-4AD6-B54B-0712A8AA7D15}"/>
              </a:ext>
            </a:extLst>
          </p:cNvPr>
          <p:cNvSpPr txBox="1">
            <a:spLocks noChangeArrowheads="1"/>
          </p:cNvSpPr>
          <p:nvPr/>
        </p:nvSpPr>
        <p:spPr bwMode="auto">
          <a:xfrm>
            <a:off x="4097338" y="6430963"/>
            <a:ext cx="1039812" cy="276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200">
                <a:solidFill>
                  <a:srgbClr val="0033CC"/>
                </a:solidFill>
                <a:cs typeface="DejaVu Sans" pitchFamily="32" charset="0"/>
              </a:rPr>
              <a:t>TCS Internal</a:t>
            </a:r>
          </a:p>
        </p:txBody>
      </p:sp>
      <p:sp>
        <p:nvSpPr>
          <p:cNvPr id="2" name="Text Box 2">
            <a:extLst>
              <a:ext uri="{FF2B5EF4-FFF2-40B4-BE49-F238E27FC236}">
                <a16:creationId xmlns:a16="http://schemas.microsoft.com/office/drawing/2014/main" id="{08EB4E0F-8598-4A51-BF3F-0F88BB418FA4}"/>
              </a:ext>
            </a:extLst>
          </p:cNvPr>
          <p:cNvSpPr txBox="1">
            <a:spLocks noChangeArrowheads="1"/>
          </p:cNvSpPr>
          <p:nvPr/>
        </p:nvSpPr>
        <p:spPr bwMode="auto">
          <a:xfrm>
            <a:off x="342900" y="274638"/>
            <a:ext cx="8442325" cy="595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algn="ctr">
              <a:buClrTx/>
            </a:pPr>
            <a:r>
              <a:rPr lang="en-US" sz="2800">
                <a:solidFill>
                  <a:srgbClr val="4E84C4"/>
                </a:solidFill>
                <a:latin typeface="Myriad Pro"/>
                <a:ea typeface="Microsoft YaHei"/>
                <a:cs typeface="Arial"/>
              </a:rPr>
              <a:t>Machine Learning –  Random Forrest</a:t>
            </a:r>
          </a:p>
        </p:txBody>
      </p:sp>
    </p:spTree>
    <p:extLst>
      <p:ext uri="{BB962C8B-B14F-4D97-AF65-F5344CB8AC3E}">
        <p14:creationId xmlns:p14="http://schemas.microsoft.com/office/powerpoint/2010/main" val="78771577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9" name="Text Box 1">
            <a:extLst>
              <a:ext uri="{FF2B5EF4-FFF2-40B4-BE49-F238E27FC236}">
                <a16:creationId xmlns:a16="http://schemas.microsoft.com/office/drawing/2014/main" id="{3D2E15B8-55ED-46E8-BA01-16704C5DE805}"/>
              </a:ext>
            </a:extLst>
          </p:cNvPr>
          <p:cNvSpPr txBox="1">
            <a:spLocks noChangeArrowheads="1"/>
          </p:cNvSpPr>
          <p:nvPr/>
        </p:nvSpPr>
        <p:spPr bwMode="auto">
          <a:xfrm>
            <a:off x="8477250" y="6461125"/>
            <a:ext cx="381000" cy="265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algn="r" eaLnBrk="1" hangingPunct="1">
              <a:spcBef>
                <a:spcPts val="563"/>
              </a:spcBef>
              <a:buClrTx/>
              <a:buFontTx/>
              <a:buNone/>
            </a:pPr>
            <a:fld id="{A4C4D1A4-0089-4AED-9CE3-D7762AA7C9E6}" type="slidenum">
              <a:rPr lang="en-US" altLang="en-US" sz="900" b="1">
                <a:solidFill>
                  <a:srgbClr val="4E84C4"/>
                </a:solidFill>
                <a:latin typeface="Myriad Pro" pitchFamily="32" charset="0"/>
              </a:rPr>
              <a:pPr algn="r" eaLnBrk="1" hangingPunct="1">
                <a:spcBef>
                  <a:spcPts val="563"/>
                </a:spcBef>
                <a:buClrTx/>
                <a:buFontTx/>
                <a:buNone/>
              </a:pPr>
              <a:t>16</a:t>
            </a:fld>
            <a:endParaRPr lang="en-US" altLang="en-US" sz="900" b="1">
              <a:solidFill>
                <a:srgbClr val="4E84C4"/>
              </a:solidFill>
              <a:latin typeface="Myriad Pro" pitchFamily="32" charset="0"/>
            </a:endParaRPr>
          </a:p>
        </p:txBody>
      </p:sp>
      <p:sp>
        <p:nvSpPr>
          <p:cNvPr id="7171" name="Rectangle 3">
            <a:extLst>
              <a:ext uri="{FF2B5EF4-FFF2-40B4-BE49-F238E27FC236}">
                <a16:creationId xmlns:a16="http://schemas.microsoft.com/office/drawing/2014/main" id="{7CF55ACE-C462-4A89-B58D-A593CC4EC317}"/>
              </a:ext>
            </a:extLst>
          </p:cNvPr>
          <p:cNvSpPr>
            <a:spLocks noChangeArrowheads="1"/>
          </p:cNvSpPr>
          <p:nvPr/>
        </p:nvSpPr>
        <p:spPr bwMode="auto">
          <a:xfrm>
            <a:off x="454194" y="1875184"/>
            <a:ext cx="7988419" cy="35339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marL="207963" indent="-206375">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1pPr>
            <a:lvl2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2pPr>
            <a:lvl3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3pPr>
            <a:lvl4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4pPr>
            <a:lvl5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9pPr>
          </a:lstStyle>
          <a:p>
            <a:pPr marL="1270" indent="0" algn="just">
              <a:buClrTx/>
            </a:pPr>
            <a:r>
              <a:rPr lang="en-US" sz="2400" b="1">
                <a:latin typeface="Arial"/>
                <a:ea typeface="Microsoft YaHei"/>
                <a:cs typeface="Arial"/>
              </a:rPr>
              <a:t>Random Forrest - Algorithm</a:t>
            </a:r>
            <a:endParaRPr lang="en-US" sz="2400" b="1" dirty="0">
              <a:latin typeface="Arial"/>
              <a:ea typeface="Microsoft YaHei"/>
              <a:cs typeface="Arial"/>
            </a:endParaRPr>
          </a:p>
          <a:p>
            <a:pPr marL="1270" indent="0" algn="just">
              <a:buClrTx/>
            </a:pPr>
            <a:endParaRPr lang="en-US" sz="2400" b="1" dirty="0">
              <a:latin typeface="Arial"/>
              <a:ea typeface="Microsoft YaHei"/>
              <a:cs typeface="Arial"/>
            </a:endParaRPr>
          </a:p>
          <a:p>
            <a:pPr marL="344170" indent="-342900" algn="just">
              <a:buClrTx/>
              <a:buFont typeface="Wingdings" panose="02020603050405020304" pitchFamily="18" charset="0"/>
              <a:buChar char="§"/>
            </a:pPr>
            <a:r>
              <a:rPr lang="en-US" sz="2200">
                <a:latin typeface="Arial"/>
                <a:ea typeface="Microsoft YaHei"/>
                <a:cs typeface="Arial"/>
              </a:rPr>
              <a:t>Given a training set S</a:t>
            </a:r>
          </a:p>
          <a:p>
            <a:pPr marL="1270" indent="0" algn="just">
              <a:buClrTx/>
            </a:pPr>
            <a:r>
              <a:rPr lang="en-US" sz="2200">
                <a:latin typeface="Arial"/>
                <a:ea typeface="Microsoft YaHei"/>
                <a:cs typeface="Arial"/>
              </a:rPr>
              <a:t>For i = 1 to k do:</a:t>
            </a:r>
          </a:p>
          <a:p>
            <a:pPr marL="536575" lvl="1" indent="0" algn="just">
              <a:buClrTx/>
            </a:pPr>
            <a:r>
              <a:rPr lang="en-US" sz="2200">
                <a:latin typeface="Arial"/>
                <a:ea typeface="Microsoft YaHei"/>
                <a:cs typeface="Arial"/>
              </a:rPr>
              <a:t>Build subset Si by sampling with replacement from S</a:t>
            </a:r>
          </a:p>
          <a:p>
            <a:pPr marL="536575" lvl="1" indent="0" algn="just">
              <a:buClrTx/>
            </a:pPr>
            <a:r>
              <a:rPr lang="en-US" sz="2200">
                <a:latin typeface="Arial"/>
                <a:ea typeface="Microsoft YaHei"/>
                <a:cs typeface="Arial"/>
              </a:rPr>
              <a:t>Learn tree Ti from Si</a:t>
            </a:r>
          </a:p>
          <a:p>
            <a:pPr marL="536575" lvl="1" indent="0" algn="just">
              <a:buClrTx/>
            </a:pPr>
            <a:r>
              <a:rPr lang="en-US" sz="2200">
                <a:latin typeface="Arial"/>
                <a:ea typeface="Microsoft YaHei"/>
                <a:cs typeface="Arial"/>
              </a:rPr>
              <a:t>At each node:</a:t>
            </a:r>
          </a:p>
          <a:p>
            <a:pPr marL="536575" lvl="1" indent="0" algn="just">
              <a:buClrTx/>
            </a:pPr>
            <a:r>
              <a:rPr lang="en-US" sz="2200" dirty="0">
                <a:latin typeface="Arial"/>
                <a:ea typeface="Microsoft YaHei"/>
                <a:cs typeface="Arial"/>
              </a:rPr>
              <a:t>    </a:t>
            </a:r>
            <a:r>
              <a:rPr lang="en-US" sz="2200">
                <a:latin typeface="Arial"/>
                <a:ea typeface="Microsoft YaHei"/>
                <a:cs typeface="Arial"/>
              </a:rPr>
              <a:t>Choose best split from random subset of F features</a:t>
            </a:r>
          </a:p>
          <a:p>
            <a:pPr marL="536575" lvl="1" indent="0" algn="just">
              <a:buClrTx/>
            </a:pPr>
            <a:r>
              <a:rPr lang="en-US" sz="2200">
                <a:latin typeface="Arial"/>
                <a:ea typeface="Microsoft YaHei"/>
                <a:cs typeface="Arial"/>
              </a:rPr>
              <a:t>Each tree grows to the largest extend, and no pruning</a:t>
            </a:r>
          </a:p>
          <a:p>
            <a:pPr marL="536575" lvl="1" indent="0" algn="just">
              <a:buClrTx/>
            </a:pPr>
            <a:endParaRPr lang="en-US" sz="2200" dirty="0">
              <a:latin typeface="Arial"/>
              <a:ea typeface="Microsoft YaHei"/>
              <a:cs typeface="Arial"/>
            </a:endParaRPr>
          </a:p>
          <a:p>
            <a:pPr marL="207645" algn="just">
              <a:buClrTx/>
            </a:pPr>
            <a:r>
              <a:rPr lang="en-US" sz="2200">
                <a:latin typeface="Arial"/>
                <a:ea typeface="Microsoft YaHei"/>
                <a:cs typeface="Arial"/>
              </a:rPr>
              <a:t>Make predictions according to majority vote of the set of k trees.</a:t>
            </a:r>
            <a:endParaRPr lang="en-US"/>
          </a:p>
          <a:p>
            <a:pPr marL="536575" lvl="1" indent="0" algn="just">
              <a:buClrTx/>
            </a:pPr>
            <a:endParaRPr lang="en-US" sz="2200" dirty="0">
              <a:cs typeface="Arial"/>
            </a:endParaRPr>
          </a:p>
          <a:p>
            <a:pPr marL="536575" lvl="1" indent="0" algn="just">
              <a:buClrTx/>
            </a:pPr>
            <a:endParaRPr lang="en-US" sz="2200">
              <a:cs typeface="Arial"/>
            </a:endParaRPr>
          </a:p>
        </p:txBody>
      </p:sp>
      <p:sp>
        <p:nvSpPr>
          <p:cNvPr id="7172" name="Text Box 4">
            <a:extLst>
              <a:ext uri="{FF2B5EF4-FFF2-40B4-BE49-F238E27FC236}">
                <a16:creationId xmlns:a16="http://schemas.microsoft.com/office/drawing/2014/main" id="{742377C2-0CD7-4AD6-B54B-0712A8AA7D15}"/>
              </a:ext>
            </a:extLst>
          </p:cNvPr>
          <p:cNvSpPr txBox="1">
            <a:spLocks noChangeArrowheads="1"/>
          </p:cNvSpPr>
          <p:nvPr/>
        </p:nvSpPr>
        <p:spPr bwMode="auto">
          <a:xfrm>
            <a:off x="4097338" y="6430963"/>
            <a:ext cx="1039812" cy="276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200">
                <a:solidFill>
                  <a:srgbClr val="0033CC"/>
                </a:solidFill>
                <a:cs typeface="DejaVu Sans" pitchFamily="32" charset="0"/>
              </a:rPr>
              <a:t>TCS Internal</a:t>
            </a:r>
          </a:p>
        </p:txBody>
      </p:sp>
      <p:sp>
        <p:nvSpPr>
          <p:cNvPr id="3" name="Text Box 2">
            <a:extLst>
              <a:ext uri="{FF2B5EF4-FFF2-40B4-BE49-F238E27FC236}">
                <a16:creationId xmlns:a16="http://schemas.microsoft.com/office/drawing/2014/main" id="{2A442144-DF94-47C4-9D57-5E08CEB39645}"/>
              </a:ext>
            </a:extLst>
          </p:cNvPr>
          <p:cNvSpPr txBox="1">
            <a:spLocks noChangeArrowheads="1"/>
          </p:cNvSpPr>
          <p:nvPr/>
        </p:nvSpPr>
        <p:spPr bwMode="auto">
          <a:xfrm>
            <a:off x="342900" y="274638"/>
            <a:ext cx="8442325" cy="595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algn="ctr">
              <a:buClrTx/>
            </a:pPr>
            <a:r>
              <a:rPr lang="en-US" sz="2800">
                <a:solidFill>
                  <a:srgbClr val="4E84C4"/>
                </a:solidFill>
                <a:latin typeface="Myriad Pro"/>
                <a:ea typeface="Microsoft YaHei"/>
                <a:cs typeface="Arial"/>
              </a:rPr>
              <a:t>Machine Learning –  Random Forrest</a:t>
            </a:r>
          </a:p>
        </p:txBody>
      </p:sp>
    </p:spTree>
    <p:extLst>
      <p:ext uri="{BB962C8B-B14F-4D97-AF65-F5344CB8AC3E}">
        <p14:creationId xmlns:p14="http://schemas.microsoft.com/office/powerpoint/2010/main" val="3237011023"/>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9" name="Text Box 1">
            <a:extLst>
              <a:ext uri="{FF2B5EF4-FFF2-40B4-BE49-F238E27FC236}">
                <a16:creationId xmlns:a16="http://schemas.microsoft.com/office/drawing/2014/main" id="{3D2E15B8-55ED-46E8-BA01-16704C5DE805}"/>
              </a:ext>
            </a:extLst>
          </p:cNvPr>
          <p:cNvSpPr txBox="1">
            <a:spLocks noChangeArrowheads="1"/>
          </p:cNvSpPr>
          <p:nvPr/>
        </p:nvSpPr>
        <p:spPr bwMode="auto">
          <a:xfrm>
            <a:off x="8477250" y="6461125"/>
            <a:ext cx="381000" cy="265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algn="r" eaLnBrk="1" hangingPunct="1">
              <a:spcBef>
                <a:spcPts val="563"/>
              </a:spcBef>
              <a:buClrTx/>
              <a:buFontTx/>
              <a:buNone/>
            </a:pPr>
            <a:fld id="{A4C4D1A4-0089-4AED-9CE3-D7762AA7C9E6}" type="slidenum">
              <a:rPr lang="en-US" altLang="en-US" sz="900" b="1">
                <a:solidFill>
                  <a:srgbClr val="4E84C4"/>
                </a:solidFill>
                <a:latin typeface="Myriad Pro" pitchFamily="32" charset="0"/>
              </a:rPr>
              <a:pPr algn="r" eaLnBrk="1" hangingPunct="1">
                <a:spcBef>
                  <a:spcPts val="563"/>
                </a:spcBef>
                <a:buClrTx/>
                <a:buFontTx/>
                <a:buNone/>
              </a:pPr>
              <a:t>17</a:t>
            </a:fld>
            <a:endParaRPr lang="en-US" altLang="en-US" sz="900" b="1">
              <a:solidFill>
                <a:srgbClr val="4E84C4"/>
              </a:solidFill>
              <a:latin typeface="Myriad Pro" pitchFamily="32" charset="0"/>
            </a:endParaRPr>
          </a:p>
        </p:txBody>
      </p:sp>
      <p:sp>
        <p:nvSpPr>
          <p:cNvPr id="7171" name="Rectangle 3">
            <a:extLst>
              <a:ext uri="{FF2B5EF4-FFF2-40B4-BE49-F238E27FC236}">
                <a16:creationId xmlns:a16="http://schemas.microsoft.com/office/drawing/2014/main" id="{7CF55ACE-C462-4A89-B58D-A593CC4EC317}"/>
              </a:ext>
            </a:extLst>
          </p:cNvPr>
          <p:cNvSpPr>
            <a:spLocks noChangeArrowheads="1"/>
          </p:cNvSpPr>
          <p:nvPr/>
        </p:nvSpPr>
        <p:spPr bwMode="auto">
          <a:xfrm>
            <a:off x="454194" y="1717033"/>
            <a:ext cx="7988419" cy="35339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marL="207963" indent="-206375">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1pPr>
            <a:lvl2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2pPr>
            <a:lvl3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3pPr>
            <a:lvl4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4pPr>
            <a:lvl5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9pPr>
          </a:lstStyle>
          <a:p>
            <a:pPr marL="1270" indent="0" algn="just">
              <a:buClrTx/>
            </a:pPr>
            <a:r>
              <a:rPr lang="en-US" sz="2400" b="1" dirty="0">
                <a:latin typeface="Arial"/>
                <a:ea typeface="Microsoft YaHei"/>
                <a:cs typeface="Arial"/>
              </a:rPr>
              <a:t>Random Forrest - Advantages</a:t>
            </a:r>
          </a:p>
          <a:p>
            <a:pPr marL="1270" indent="0" algn="just">
              <a:buClrTx/>
            </a:pPr>
            <a:endParaRPr lang="en-US" sz="2400" b="1" dirty="0">
              <a:latin typeface="Arial"/>
              <a:ea typeface="Microsoft YaHei"/>
              <a:cs typeface="Arial"/>
            </a:endParaRPr>
          </a:p>
          <a:p>
            <a:pPr marL="344170" indent="-342900" algn="just">
              <a:buClrTx/>
              <a:buFont typeface="Wingdings" panose="02020603050405020304" pitchFamily="18" charset="0"/>
              <a:buChar char="§"/>
            </a:pPr>
            <a:r>
              <a:rPr lang="en-US" sz="2200" dirty="0">
                <a:latin typeface="Arial"/>
                <a:ea typeface="Microsoft YaHei"/>
                <a:cs typeface="Arial"/>
              </a:rPr>
              <a:t>One of the best machine learning algorithm and most preferred in data science challenges.</a:t>
            </a:r>
            <a:endParaRPr lang="en-US" dirty="0">
              <a:cs typeface="Arial" panose="020B0604020202020204" pitchFamily="34" charset="0"/>
            </a:endParaRPr>
          </a:p>
          <a:p>
            <a:pPr marL="344170" indent="-342900" algn="just">
              <a:buClrTx/>
              <a:buFont typeface="Wingdings" panose="02020603050405020304" pitchFamily="18" charset="0"/>
              <a:buChar char="§"/>
            </a:pPr>
            <a:r>
              <a:rPr lang="en-US" sz="2200" dirty="0">
                <a:latin typeface="Arial"/>
                <a:ea typeface="Microsoft YaHei"/>
                <a:cs typeface="Arial"/>
              </a:rPr>
              <a:t>It runs efficiently on large data bases can handle thousands of input variables without variable deletion</a:t>
            </a:r>
            <a:endParaRPr lang="en-US" sz="2200" dirty="0">
              <a:cs typeface="Arial"/>
            </a:endParaRPr>
          </a:p>
          <a:p>
            <a:pPr marL="344170" indent="-342900" algn="just">
              <a:buClrTx/>
              <a:buFont typeface="Wingdings" panose="02020603050405020304" pitchFamily="18" charset="0"/>
              <a:buChar char="§"/>
            </a:pPr>
            <a:r>
              <a:rPr lang="en-US" sz="2200" dirty="0">
                <a:latin typeface="Arial"/>
                <a:ea typeface="Microsoft YaHei"/>
                <a:cs typeface="Arial"/>
              </a:rPr>
              <a:t>Does not overfit by design</a:t>
            </a:r>
          </a:p>
          <a:p>
            <a:pPr marL="344170" indent="-342900" algn="just">
              <a:buClrTx/>
              <a:buFont typeface="Wingdings" panose="02020603050405020304" pitchFamily="18" charset="0"/>
              <a:buChar char="§"/>
            </a:pPr>
            <a:r>
              <a:rPr lang="en-US" sz="2200" dirty="0">
                <a:latin typeface="Arial"/>
                <a:ea typeface="Microsoft YaHei"/>
                <a:cs typeface="Arial"/>
              </a:rPr>
              <a:t>The generalization error of a forest of tree classifiers depends on the strength of the individual trees in the forest and the correlation between them</a:t>
            </a:r>
          </a:p>
          <a:p>
            <a:pPr marL="536575" lvl="1" indent="0" algn="just">
              <a:buClrTx/>
            </a:pPr>
            <a:endParaRPr lang="en-US" sz="2200" dirty="0">
              <a:cs typeface="Arial"/>
            </a:endParaRPr>
          </a:p>
          <a:p>
            <a:pPr marL="536575" lvl="1" indent="0" algn="just">
              <a:buClrTx/>
            </a:pPr>
            <a:endParaRPr lang="en-US" sz="2200">
              <a:cs typeface="Arial"/>
            </a:endParaRPr>
          </a:p>
        </p:txBody>
      </p:sp>
      <p:sp>
        <p:nvSpPr>
          <p:cNvPr id="7172" name="Text Box 4">
            <a:extLst>
              <a:ext uri="{FF2B5EF4-FFF2-40B4-BE49-F238E27FC236}">
                <a16:creationId xmlns:a16="http://schemas.microsoft.com/office/drawing/2014/main" id="{742377C2-0CD7-4AD6-B54B-0712A8AA7D15}"/>
              </a:ext>
            </a:extLst>
          </p:cNvPr>
          <p:cNvSpPr txBox="1">
            <a:spLocks noChangeArrowheads="1"/>
          </p:cNvSpPr>
          <p:nvPr/>
        </p:nvSpPr>
        <p:spPr bwMode="auto">
          <a:xfrm>
            <a:off x="4097338" y="6430963"/>
            <a:ext cx="1039812" cy="276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200">
                <a:solidFill>
                  <a:srgbClr val="0033CC"/>
                </a:solidFill>
                <a:cs typeface="DejaVu Sans" pitchFamily="32" charset="0"/>
              </a:rPr>
              <a:t>TCS Internal</a:t>
            </a:r>
          </a:p>
        </p:txBody>
      </p:sp>
      <p:sp>
        <p:nvSpPr>
          <p:cNvPr id="3" name="Text Box 2">
            <a:extLst>
              <a:ext uri="{FF2B5EF4-FFF2-40B4-BE49-F238E27FC236}">
                <a16:creationId xmlns:a16="http://schemas.microsoft.com/office/drawing/2014/main" id="{2A442144-DF94-47C4-9D57-5E08CEB39645}"/>
              </a:ext>
            </a:extLst>
          </p:cNvPr>
          <p:cNvSpPr txBox="1">
            <a:spLocks noChangeArrowheads="1"/>
          </p:cNvSpPr>
          <p:nvPr/>
        </p:nvSpPr>
        <p:spPr bwMode="auto">
          <a:xfrm>
            <a:off x="342900" y="274638"/>
            <a:ext cx="8442325" cy="595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algn="ctr">
              <a:buClrTx/>
            </a:pPr>
            <a:r>
              <a:rPr lang="en-US" sz="2800">
                <a:solidFill>
                  <a:srgbClr val="4E84C4"/>
                </a:solidFill>
                <a:latin typeface="Myriad Pro"/>
                <a:ea typeface="Microsoft YaHei"/>
                <a:cs typeface="Arial"/>
              </a:rPr>
              <a:t>Machine Learning –  Random Forrest</a:t>
            </a:r>
          </a:p>
        </p:txBody>
      </p:sp>
    </p:spTree>
    <p:extLst>
      <p:ext uri="{BB962C8B-B14F-4D97-AF65-F5344CB8AC3E}">
        <p14:creationId xmlns:p14="http://schemas.microsoft.com/office/powerpoint/2010/main" val="278264208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9" name="Text Box 1">
            <a:extLst>
              <a:ext uri="{FF2B5EF4-FFF2-40B4-BE49-F238E27FC236}">
                <a16:creationId xmlns:a16="http://schemas.microsoft.com/office/drawing/2014/main" id="{3D2E15B8-55ED-46E8-BA01-16704C5DE805}"/>
              </a:ext>
            </a:extLst>
          </p:cNvPr>
          <p:cNvSpPr txBox="1">
            <a:spLocks noChangeArrowheads="1"/>
          </p:cNvSpPr>
          <p:nvPr/>
        </p:nvSpPr>
        <p:spPr bwMode="auto">
          <a:xfrm>
            <a:off x="8477250" y="6461125"/>
            <a:ext cx="381000" cy="265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algn="r" eaLnBrk="1" hangingPunct="1">
              <a:spcBef>
                <a:spcPts val="563"/>
              </a:spcBef>
              <a:buClrTx/>
              <a:buFontTx/>
              <a:buNone/>
            </a:pPr>
            <a:fld id="{A4C4D1A4-0089-4AED-9CE3-D7762AA7C9E6}" type="slidenum">
              <a:rPr lang="en-US" altLang="en-US" sz="900" b="1">
                <a:solidFill>
                  <a:srgbClr val="4E84C4"/>
                </a:solidFill>
                <a:latin typeface="Myriad Pro" pitchFamily="32" charset="0"/>
              </a:rPr>
              <a:pPr algn="r" eaLnBrk="1" hangingPunct="1">
                <a:spcBef>
                  <a:spcPts val="563"/>
                </a:spcBef>
                <a:buClrTx/>
                <a:buFontTx/>
                <a:buNone/>
              </a:pPr>
              <a:t>18</a:t>
            </a:fld>
            <a:endParaRPr lang="en-US" altLang="en-US" sz="900" b="1">
              <a:solidFill>
                <a:srgbClr val="4E84C4"/>
              </a:solidFill>
              <a:latin typeface="Myriad Pro" pitchFamily="32" charset="0"/>
            </a:endParaRPr>
          </a:p>
        </p:txBody>
      </p:sp>
      <p:sp>
        <p:nvSpPr>
          <p:cNvPr id="7171" name="Rectangle 3">
            <a:extLst>
              <a:ext uri="{FF2B5EF4-FFF2-40B4-BE49-F238E27FC236}">
                <a16:creationId xmlns:a16="http://schemas.microsoft.com/office/drawing/2014/main" id="{7CF55ACE-C462-4A89-B58D-A593CC4EC317}"/>
              </a:ext>
            </a:extLst>
          </p:cNvPr>
          <p:cNvSpPr>
            <a:spLocks noChangeArrowheads="1"/>
          </p:cNvSpPr>
          <p:nvPr/>
        </p:nvSpPr>
        <p:spPr bwMode="auto">
          <a:xfrm>
            <a:off x="497326" y="2177108"/>
            <a:ext cx="7988419" cy="27575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marL="207963" indent="-206375">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1pPr>
            <a:lvl2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2pPr>
            <a:lvl3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3pPr>
            <a:lvl4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4pPr>
            <a:lvl5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9pPr>
          </a:lstStyle>
          <a:p>
            <a:pPr marL="1270" indent="0" algn="just">
              <a:buClrTx/>
            </a:pPr>
            <a:r>
              <a:rPr lang="en-US" sz="2400" b="1" dirty="0">
                <a:latin typeface="Arial"/>
                <a:ea typeface="Microsoft YaHei"/>
                <a:cs typeface="Arial"/>
              </a:rPr>
              <a:t>Ensemble Methods - Random Forrest – Example</a:t>
            </a:r>
          </a:p>
          <a:p>
            <a:pPr marL="1270" indent="0" algn="just">
              <a:buClrTx/>
            </a:pPr>
            <a:r>
              <a:rPr lang="en-US" sz="2400" dirty="0">
                <a:latin typeface="Arial"/>
                <a:ea typeface="Microsoft YaHei"/>
                <a:cs typeface="Arial"/>
              </a:rPr>
              <a:t>Census Income dataset</a:t>
            </a:r>
          </a:p>
          <a:p>
            <a:pPr marL="207645" algn="just">
              <a:buClrTx/>
            </a:pPr>
            <a:r>
              <a:rPr lang="en-US" sz="1800" dirty="0">
                <a:solidFill>
                  <a:schemeClr val="accent6">
                    <a:lumMod val="75000"/>
                  </a:schemeClr>
                </a:solidFill>
                <a:latin typeface="Candara"/>
                <a:ea typeface="Microsoft YaHei"/>
                <a:cs typeface="Arial"/>
              </a:rPr>
              <a:t>from </a:t>
            </a:r>
            <a:r>
              <a:rPr lang="en-US" sz="1800" dirty="0" err="1">
                <a:solidFill>
                  <a:schemeClr val="accent6">
                    <a:lumMod val="75000"/>
                  </a:schemeClr>
                </a:solidFill>
                <a:latin typeface="Candara"/>
                <a:ea typeface="Microsoft YaHei"/>
                <a:cs typeface="Arial"/>
              </a:rPr>
              <a:t>sklearn.ensemble</a:t>
            </a:r>
            <a:r>
              <a:rPr lang="en-US" sz="1800" dirty="0">
                <a:solidFill>
                  <a:schemeClr val="accent6">
                    <a:lumMod val="75000"/>
                  </a:schemeClr>
                </a:solidFill>
                <a:latin typeface="Candara"/>
                <a:ea typeface="Microsoft YaHei"/>
                <a:cs typeface="Arial"/>
              </a:rPr>
              <a:t> import </a:t>
            </a:r>
            <a:r>
              <a:rPr lang="en-US" sz="1800" dirty="0" err="1">
                <a:solidFill>
                  <a:schemeClr val="accent6">
                    <a:lumMod val="75000"/>
                  </a:schemeClr>
                </a:solidFill>
                <a:latin typeface="Candara"/>
                <a:ea typeface="Microsoft YaHei"/>
                <a:cs typeface="Arial"/>
              </a:rPr>
              <a:t>RandomForestClassifier</a:t>
            </a:r>
          </a:p>
          <a:p>
            <a:pPr marL="207645" algn="just">
              <a:buClrTx/>
            </a:pPr>
            <a:r>
              <a:rPr lang="en-US" sz="1800" dirty="0">
                <a:solidFill>
                  <a:schemeClr val="accent6">
                    <a:lumMod val="75000"/>
                  </a:schemeClr>
                </a:solidFill>
                <a:latin typeface="Candara"/>
                <a:ea typeface="Microsoft YaHei"/>
                <a:cs typeface="Arial"/>
              </a:rPr>
              <a:t>RF=</a:t>
            </a:r>
            <a:r>
              <a:rPr lang="en-US" sz="1800" dirty="0" err="1">
                <a:solidFill>
                  <a:schemeClr val="accent6">
                    <a:lumMod val="75000"/>
                  </a:schemeClr>
                </a:solidFill>
                <a:latin typeface="Candara"/>
                <a:ea typeface="Microsoft YaHei"/>
                <a:cs typeface="Arial"/>
              </a:rPr>
              <a:t>RandomForestClassifier</a:t>
            </a:r>
            <a:r>
              <a:rPr lang="en-US" sz="1800" dirty="0">
                <a:solidFill>
                  <a:schemeClr val="accent6">
                    <a:lumMod val="75000"/>
                  </a:schemeClr>
                </a:solidFill>
                <a:latin typeface="Candara"/>
                <a:ea typeface="Microsoft YaHei"/>
                <a:cs typeface="Arial"/>
              </a:rPr>
              <a:t>(</a:t>
            </a:r>
            <a:r>
              <a:rPr lang="en-US" sz="1800" dirty="0" err="1">
                <a:solidFill>
                  <a:schemeClr val="accent6">
                    <a:lumMod val="75000"/>
                  </a:schemeClr>
                </a:solidFill>
                <a:latin typeface="Candara"/>
                <a:ea typeface="Microsoft YaHei"/>
                <a:cs typeface="Arial"/>
              </a:rPr>
              <a:t>n_estimators</a:t>
            </a:r>
            <a:r>
              <a:rPr lang="en-US" sz="1800" dirty="0">
                <a:solidFill>
                  <a:schemeClr val="accent6">
                    <a:lumMod val="75000"/>
                  </a:schemeClr>
                </a:solidFill>
                <a:latin typeface="Candara"/>
                <a:ea typeface="Microsoft YaHei"/>
                <a:cs typeface="Arial"/>
              </a:rPr>
              <a:t>=100)</a:t>
            </a:r>
          </a:p>
          <a:p>
            <a:pPr marL="207645" algn="just">
              <a:buClrTx/>
            </a:pPr>
            <a:r>
              <a:rPr lang="en-US" sz="1800" dirty="0" err="1">
                <a:solidFill>
                  <a:schemeClr val="accent6">
                    <a:lumMod val="75000"/>
                  </a:schemeClr>
                </a:solidFill>
                <a:latin typeface="Candara"/>
                <a:ea typeface="Microsoft YaHei"/>
                <a:cs typeface="Arial"/>
              </a:rPr>
              <a:t>RF.fit</a:t>
            </a:r>
            <a:r>
              <a:rPr lang="en-US" sz="1800" dirty="0">
                <a:solidFill>
                  <a:schemeClr val="accent6">
                    <a:lumMod val="75000"/>
                  </a:schemeClr>
                </a:solidFill>
                <a:latin typeface="Candara"/>
                <a:ea typeface="Microsoft YaHei"/>
                <a:cs typeface="Arial"/>
              </a:rPr>
              <a:t>(</a:t>
            </a:r>
            <a:r>
              <a:rPr lang="en-US" sz="1800" dirty="0" err="1">
                <a:solidFill>
                  <a:schemeClr val="accent6">
                    <a:lumMod val="75000"/>
                  </a:schemeClr>
                </a:solidFill>
                <a:latin typeface="Candara"/>
                <a:ea typeface="Microsoft YaHei"/>
                <a:cs typeface="Arial"/>
              </a:rPr>
              <a:t>X_train</a:t>
            </a:r>
            <a:r>
              <a:rPr lang="en-US" sz="1800" dirty="0">
                <a:solidFill>
                  <a:schemeClr val="accent6">
                    <a:lumMod val="75000"/>
                  </a:schemeClr>
                </a:solidFill>
                <a:latin typeface="Candara"/>
                <a:ea typeface="Microsoft YaHei"/>
                <a:cs typeface="Arial"/>
              </a:rPr>
              <a:t>, </a:t>
            </a:r>
            <a:r>
              <a:rPr lang="en-US" sz="1800" dirty="0" err="1">
                <a:solidFill>
                  <a:schemeClr val="accent6">
                    <a:lumMod val="75000"/>
                  </a:schemeClr>
                </a:solidFill>
                <a:latin typeface="Candara"/>
                <a:ea typeface="Microsoft YaHei"/>
                <a:cs typeface="Arial"/>
              </a:rPr>
              <a:t>y_train</a:t>
            </a:r>
            <a:r>
              <a:rPr lang="en-US" sz="1800" dirty="0">
                <a:solidFill>
                  <a:schemeClr val="accent6">
                    <a:lumMod val="75000"/>
                  </a:schemeClr>
                </a:solidFill>
                <a:latin typeface="Candara"/>
                <a:ea typeface="Microsoft YaHei"/>
                <a:cs typeface="Arial"/>
              </a:rPr>
              <a:t>)</a:t>
            </a:r>
          </a:p>
          <a:p>
            <a:pPr marL="207645" algn="just">
              <a:buClrTx/>
            </a:pPr>
            <a:r>
              <a:rPr lang="en-US" sz="1800" b="1" dirty="0" err="1">
                <a:solidFill>
                  <a:schemeClr val="accent6">
                    <a:lumMod val="75000"/>
                  </a:schemeClr>
                </a:solidFill>
                <a:latin typeface="Candara"/>
                <a:ea typeface="Microsoft YaHei"/>
                <a:cs typeface="Arial"/>
              </a:rPr>
              <a:t>RandomForestClassifier</a:t>
            </a:r>
            <a:r>
              <a:rPr lang="en-US" sz="1800" b="1" dirty="0">
                <a:solidFill>
                  <a:schemeClr val="accent6">
                    <a:lumMod val="75000"/>
                  </a:schemeClr>
                </a:solidFill>
                <a:latin typeface="Candara"/>
                <a:ea typeface="Microsoft YaHei"/>
                <a:cs typeface="Arial"/>
              </a:rPr>
              <a:t>(bootstrap=True, </a:t>
            </a:r>
            <a:r>
              <a:rPr lang="en-US" sz="1800" b="1" dirty="0" err="1">
                <a:solidFill>
                  <a:schemeClr val="accent6">
                    <a:lumMod val="75000"/>
                  </a:schemeClr>
                </a:solidFill>
                <a:latin typeface="Candara"/>
                <a:ea typeface="Microsoft YaHei"/>
                <a:cs typeface="Arial"/>
              </a:rPr>
              <a:t>class_weight</a:t>
            </a:r>
            <a:r>
              <a:rPr lang="en-US" sz="1800" b="1" dirty="0">
                <a:solidFill>
                  <a:schemeClr val="accent6">
                    <a:lumMod val="75000"/>
                  </a:schemeClr>
                </a:solidFill>
                <a:latin typeface="Candara"/>
                <a:ea typeface="Microsoft YaHei"/>
                <a:cs typeface="Arial"/>
              </a:rPr>
              <a:t>=None, criterion='</a:t>
            </a:r>
            <a:r>
              <a:rPr lang="en-US" sz="1800" b="1" dirty="0" err="1">
                <a:solidFill>
                  <a:schemeClr val="accent6">
                    <a:lumMod val="75000"/>
                  </a:schemeClr>
                </a:solidFill>
                <a:latin typeface="Candara"/>
                <a:ea typeface="Microsoft YaHei"/>
                <a:cs typeface="Arial"/>
              </a:rPr>
              <a:t>gini</a:t>
            </a:r>
            <a:r>
              <a:rPr lang="en-US" sz="1800" b="1" dirty="0">
                <a:solidFill>
                  <a:schemeClr val="accent6">
                    <a:lumMod val="75000"/>
                  </a:schemeClr>
                </a:solidFill>
                <a:latin typeface="Candara"/>
                <a:ea typeface="Microsoft YaHei"/>
                <a:cs typeface="Arial"/>
              </a:rPr>
              <a:t>', </a:t>
            </a:r>
            <a:r>
              <a:rPr lang="en-US" sz="1800" b="1" dirty="0" err="1">
                <a:solidFill>
                  <a:schemeClr val="accent6">
                    <a:lumMod val="75000"/>
                  </a:schemeClr>
                </a:solidFill>
                <a:latin typeface="Candara"/>
                <a:ea typeface="Microsoft YaHei"/>
                <a:cs typeface="Arial"/>
              </a:rPr>
              <a:t>max_depth</a:t>
            </a:r>
            <a:r>
              <a:rPr lang="en-US" sz="1800" b="1" dirty="0">
                <a:solidFill>
                  <a:schemeClr val="accent6">
                    <a:lumMod val="75000"/>
                  </a:schemeClr>
                </a:solidFill>
                <a:latin typeface="Candara"/>
                <a:ea typeface="Microsoft YaHei"/>
                <a:cs typeface="Arial"/>
              </a:rPr>
              <a:t>=None, </a:t>
            </a:r>
            <a:r>
              <a:rPr lang="en-US" sz="1800" b="1" dirty="0" err="1">
                <a:solidFill>
                  <a:schemeClr val="accent6">
                    <a:lumMod val="75000"/>
                  </a:schemeClr>
                </a:solidFill>
                <a:latin typeface="Candara"/>
                <a:ea typeface="Microsoft YaHei"/>
                <a:cs typeface="Arial"/>
              </a:rPr>
              <a:t>max_features</a:t>
            </a:r>
            <a:r>
              <a:rPr lang="en-US" sz="1800" b="1" dirty="0">
                <a:solidFill>
                  <a:schemeClr val="accent6">
                    <a:lumMod val="75000"/>
                  </a:schemeClr>
                </a:solidFill>
                <a:latin typeface="Candara"/>
                <a:ea typeface="Microsoft YaHei"/>
                <a:cs typeface="Arial"/>
              </a:rPr>
              <a:t>='auto', </a:t>
            </a:r>
            <a:r>
              <a:rPr lang="en-US" sz="1800" b="1" dirty="0" err="1">
                <a:solidFill>
                  <a:schemeClr val="accent6">
                    <a:lumMod val="75000"/>
                  </a:schemeClr>
                </a:solidFill>
                <a:latin typeface="Candara"/>
                <a:ea typeface="Microsoft YaHei"/>
                <a:cs typeface="Arial"/>
              </a:rPr>
              <a:t>max_leaf_nodes</a:t>
            </a:r>
            <a:r>
              <a:rPr lang="en-US" sz="1800" b="1" dirty="0">
                <a:solidFill>
                  <a:schemeClr val="accent6">
                    <a:lumMod val="75000"/>
                  </a:schemeClr>
                </a:solidFill>
                <a:latin typeface="Candara"/>
                <a:ea typeface="Microsoft YaHei"/>
                <a:cs typeface="Arial"/>
              </a:rPr>
              <a:t>=None, </a:t>
            </a:r>
            <a:r>
              <a:rPr lang="en-US" sz="1800" b="1" dirty="0" err="1">
                <a:solidFill>
                  <a:schemeClr val="accent6">
                    <a:lumMod val="75000"/>
                  </a:schemeClr>
                </a:solidFill>
                <a:latin typeface="Candara"/>
                <a:ea typeface="Microsoft YaHei"/>
                <a:cs typeface="Arial"/>
              </a:rPr>
              <a:t>min_impurity_decrease</a:t>
            </a:r>
            <a:r>
              <a:rPr lang="en-US" sz="1800" b="1" dirty="0">
                <a:solidFill>
                  <a:schemeClr val="accent6">
                    <a:lumMod val="75000"/>
                  </a:schemeClr>
                </a:solidFill>
                <a:latin typeface="Candara"/>
                <a:ea typeface="Microsoft YaHei"/>
                <a:cs typeface="Arial"/>
              </a:rPr>
              <a:t>=0.0, </a:t>
            </a:r>
            <a:r>
              <a:rPr lang="en-US" sz="1800" b="1" dirty="0" err="1">
                <a:solidFill>
                  <a:schemeClr val="accent6">
                    <a:lumMod val="75000"/>
                  </a:schemeClr>
                </a:solidFill>
                <a:latin typeface="Candara"/>
                <a:ea typeface="Microsoft YaHei"/>
                <a:cs typeface="Arial"/>
              </a:rPr>
              <a:t>min_impurity_split</a:t>
            </a:r>
            <a:r>
              <a:rPr lang="en-US" sz="1800" b="1" dirty="0">
                <a:solidFill>
                  <a:schemeClr val="accent6">
                    <a:lumMod val="75000"/>
                  </a:schemeClr>
                </a:solidFill>
                <a:latin typeface="Candara"/>
                <a:ea typeface="Microsoft YaHei"/>
                <a:cs typeface="Arial"/>
              </a:rPr>
              <a:t>=None, </a:t>
            </a:r>
            <a:r>
              <a:rPr lang="en-US" sz="1800" b="1" dirty="0" err="1">
                <a:solidFill>
                  <a:schemeClr val="accent6">
                    <a:lumMod val="75000"/>
                  </a:schemeClr>
                </a:solidFill>
                <a:latin typeface="Candara"/>
                <a:ea typeface="Microsoft YaHei"/>
                <a:cs typeface="Arial"/>
              </a:rPr>
              <a:t>min_samples_leaf</a:t>
            </a:r>
            <a:r>
              <a:rPr lang="en-US" sz="1800" b="1" dirty="0">
                <a:solidFill>
                  <a:schemeClr val="accent6">
                    <a:lumMod val="75000"/>
                  </a:schemeClr>
                </a:solidFill>
                <a:latin typeface="Candara"/>
                <a:ea typeface="Microsoft YaHei"/>
                <a:cs typeface="Arial"/>
              </a:rPr>
              <a:t>=1, </a:t>
            </a:r>
            <a:r>
              <a:rPr lang="en-US" sz="1800" b="1" dirty="0" err="1">
                <a:solidFill>
                  <a:schemeClr val="accent6">
                    <a:lumMod val="75000"/>
                  </a:schemeClr>
                </a:solidFill>
                <a:latin typeface="Candara"/>
                <a:ea typeface="Microsoft YaHei"/>
                <a:cs typeface="Arial"/>
              </a:rPr>
              <a:t>min_samples_split</a:t>
            </a:r>
            <a:r>
              <a:rPr lang="en-US" sz="1800" b="1" dirty="0">
                <a:solidFill>
                  <a:schemeClr val="accent6">
                    <a:lumMod val="75000"/>
                  </a:schemeClr>
                </a:solidFill>
                <a:latin typeface="Candara"/>
                <a:ea typeface="Microsoft YaHei"/>
                <a:cs typeface="Arial"/>
              </a:rPr>
              <a:t>=2, </a:t>
            </a:r>
            <a:r>
              <a:rPr lang="en-US" sz="1800" b="1" dirty="0" err="1">
                <a:solidFill>
                  <a:schemeClr val="accent6">
                    <a:lumMod val="75000"/>
                  </a:schemeClr>
                </a:solidFill>
                <a:latin typeface="Candara"/>
                <a:ea typeface="Microsoft YaHei"/>
                <a:cs typeface="Arial"/>
              </a:rPr>
              <a:t>min_weight_fraction_leaf</a:t>
            </a:r>
            <a:r>
              <a:rPr lang="en-US" sz="1800" b="1" dirty="0">
                <a:solidFill>
                  <a:schemeClr val="accent6">
                    <a:lumMod val="75000"/>
                  </a:schemeClr>
                </a:solidFill>
                <a:latin typeface="Candara"/>
                <a:ea typeface="Microsoft YaHei"/>
                <a:cs typeface="Arial"/>
              </a:rPr>
              <a:t>=0.0, </a:t>
            </a:r>
            <a:r>
              <a:rPr lang="en-US" sz="1800" b="1" dirty="0" err="1">
                <a:solidFill>
                  <a:schemeClr val="accent6">
                    <a:lumMod val="75000"/>
                  </a:schemeClr>
                </a:solidFill>
                <a:latin typeface="Candara"/>
                <a:ea typeface="Microsoft YaHei"/>
                <a:cs typeface="Arial"/>
              </a:rPr>
              <a:t>n_estimators</a:t>
            </a:r>
            <a:r>
              <a:rPr lang="en-US" sz="1800" b="1" dirty="0">
                <a:solidFill>
                  <a:schemeClr val="accent6">
                    <a:lumMod val="75000"/>
                  </a:schemeClr>
                </a:solidFill>
                <a:latin typeface="Candara"/>
                <a:ea typeface="Microsoft YaHei"/>
                <a:cs typeface="Arial"/>
              </a:rPr>
              <a:t>=100, </a:t>
            </a:r>
            <a:r>
              <a:rPr lang="en-US" sz="1800" b="1" dirty="0" err="1">
                <a:solidFill>
                  <a:schemeClr val="accent6">
                    <a:lumMod val="75000"/>
                  </a:schemeClr>
                </a:solidFill>
                <a:latin typeface="Candara"/>
                <a:ea typeface="Microsoft YaHei"/>
                <a:cs typeface="Arial"/>
              </a:rPr>
              <a:t>n_jobs</a:t>
            </a:r>
            <a:r>
              <a:rPr lang="en-US" sz="1800" b="1" dirty="0">
                <a:solidFill>
                  <a:schemeClr val="accent6">
                    <a:lumMod val="75000"/>
                  </a:schemeClr>
                </a:solidFill>
                <a:latin typeface="Candara"/>
                <a:ea typeface="Microsoft YaHei"/>
                <a:cs typeface="Arial"/>
              </a:rPr>
              <a:t>=None, </a:t>
            </a:r>
            <a:r>
              <a:rPr lang="en-US" sz="1800" b="1" dirty="0" err="1">
                <a:solidFill>
                  <a:schemeClr val="accent6">
                    <a:lumMod val="75000"/>
                  </a:schemeClr>
                </a:solidFill>
                <a:latin typeface="Candara"/>
                <a:ea typeface="Microsoft YaHei"/>
                <a:cs typeface="Arial"/>
              </a:rPr>
              <a:t>oob_score</a:t>
            </a:r>
            <a:r>
              <a:rPr lang="en-US" sz="1800" b="1" dirty="0">
                <a:solidFill>
                  <a:schemeClr val="accent6">
                    <a:lumMod val="75000"/>
                  </a:schemeClr>
                </a:solidFill>
                <a:latin typeface="Candara"/>
                <a:ea typeface="Microsoft YaHei"/>
                <a:cs typeface="Arial"/>
              </a:rPr>
              <a:t>=False, </a:t>
            </a:r>
            <a:r>
              <a:rPr lang="en-US" sz="1800" b="1" dirty="0" err="1">
                <a:solidFill>
                  <a:schemeClr val="accent6">
                    <a:lumMod val="75000"/>
                  </a:schemeClr>
                </a:solidFill>
                <a:latin typeface="Candara"/>
                <a:ea typeface="Microsoft YaHei"/>
                <a:cs typeface="Arial"/>
              </a:rPr>
              <a:t>random_state</a:t>
            </a:r>
            <a:r>
              <a:rPr lang="en-US" sz="1800" b="1" dirty="0">
                <a:solidFill>
                  <a:schemeClr val="accent6">
                    <a:lumMod val="75000"/>
                  </a:schemeClr>
                </a:solidFill>
                <a:latin typeface="Candara"/>
                <a:ea typeface="Microsoft YaHei"/>
                <a:cs typeface="Arial"/>
              </a:rPr>
              <a:t>=None, verbose=0, </a:t>
            </a:r>
            <a:r>
              <a:rPr lang="en-US" sz="1800" b="1" dirty="0" err="1">
                <a:solidFill>
                  <a:schemeClr val="accent6">
                    <a:lumMod val="75000"/>
                  </a:schemeClr>
                </a:solidFill>
                <a:latin typeface="Candara"/>
                <a:ea typeface="Microsoft YaHei"/>
                <a:cs typeface="Arial"/>
              </a:rPr>
              <a:t>warm_start</a:t>
            </a:r>
            <a:r>
              <a:rPr lang="en-US" sz="1800" b="1" dirty="0">
                <a:solidFill>
                  <a:schemeClr val="accent6">
                    <a:lumMod val="75000"/>
                  </a:schemeClr>
                </a:solidFill>
                <a:latin typeface="Candara"/>
                <a:ea typeface="Microsoft YaHei"/>
                <a:cs typeface="Arial"/>
              </a:rPr>
              <a:t>=False)</a:t>
            </a:r>
          </a:p>
          <a:p>
            <a:pPr marL="207645" algn="just">
              <a:buClrTx/>
            </a:pPr>
            <a:r>
              <a:rPr lang="en-US" sz="1800" dirty="0">
                <a:solidFill>
                  <a:schemeClr val="accent6">
                    <a:lumMod val="75000"/>
                  </a:schemeClr>
                </a:solidFill>
                <a:latin typeface="Candara"/>
                <a:ea typeface="Microsoft YaHei"/>
                <a:cs typeface="Arial"/>
              </a:rPr>
              <a:t>print("Accuracy of Random Forrest algorithm = ", </a:t>
            </a:r>
            <a:r>
              <a:rPr lang="en-US" sz="1800" dirty="0" err="1">
                <a:solidFill>
                  <a:schemeClr val="accent6">
                    <a:lumMod val="75000"/>
                  </a:schemeClr>
                </a:solidFill>
                <a:latin typeface="Candara"/>
                <a:ea typeface="Microsoft YaHei"/>
                <a:cs typeface="Arial"/>
              </a:rPr>
              <a:t>RF.score</a:t>
            </a:r>
            <a:r>
              <a:rPr lang="en-US" sz="1800" dirty="0">
                <a:solidFill>
                  <a:schemeClr val="accent6">
                    <a:lumMod val="75000"/>
                  </a:schemeClr>
                </a:solidFill>
                <a:latin typeface="Candara"/>
                <a:ea typeface="Microsoft YaHei"/>
                <a:cs typeface="Arial"/>
              </a:rPr>
              <a:t>(</a:t>
            </a:r>
            <a:r>
              <a:rPr lang="en-US" sz="1800" dirty="0" err="1">
                <a:solidFill>
                  <a:schemeClr val="accent6">
                    <a:lumMod val="75000"/>
                  </a:schemeClr>
                </a:solidFill>
                <a:latin typeface="Candara"/>
                <a:ea typeface="Microsoft YaHei"/>
                <a:cs typeface="Arial"/>
              </a:rPr>
              <a:t>X_test</a:t>
            </a:r>
            <a:r>
              <a:rPr lang="en-US" sz="1800" dirty="0">
                <a:solidFill>
                  <a:schemeClr val="accent6">
                    <a:lumMod val="75000"/>
                  </a:schemeClr>
                </a:solidFill>
                <a:latin typeface="Candara"/>
                <a:ea typeface="Microsoft YaHei"/>
                <a:cs typeface="Arial"/>
              </a:rPr>
              <a:t>, </a:t>
            </a:r>
            <a:r>
              <a:rPr lang="en-US" sz="1800" dirty="0" err="1">
                <a:solidFill>
                  <a:schemeClr val="accent6">
                    <a:lumMod val="75000"/>
                  </a:schemeClr>
                </a:solidFill>
                <a:latin typeface="Candara"/>
                <a:ea typeface="Microsoft YaHei"/>
                <a:cs typeface="Arial"/>
              </a:rPr>
              <a:t>y_test</a:t>
            </a:r>
            <a:r>
              <a:rPr lang="en-US" sz="1800" dirty="0">
                <a:solidFill>
                  <a:schemeClr val="accent6">
                    <a:lumMod val="75000"/>
                  </a:schemeClr>
                </a:solidFill>
                <a:latin typeface="Candara"/>
                <a:ea typeface="Microsoft YaHei"/>
                <a:cs typeface="Arial"/>
              </a:rPr>
              <a:t>))</a:t>
            </a:r>
          </a:p>
          <a:p>
            <a:pPr marL="207645" algn="just">
              <a:buClrTx/>
            </a:pPr>
            <a:r>
              <a:rPr lang="en-US" sz="1800" b="1" dirty="0">
                <a:solidFill>
                  <a:schemeClr val="accent6">
                    <a:lumMod val="75000"/>
                  </a:schemeClr>
                </a:solidFill>
                <a:latin typeface="Candara"/>
                <a:ea typeface="Microsoft YaHei"/>
                <a:cs typeface="Arial"/>
              </a:rPr>
              <a:t>Accuracy of Random Forrest algorithm = 0.8511437727925738</a:t>
            </a:r>
          </a:p>
          <a:p>
            <a:pPr marL="207645" algn="just">
              <a:buClrTx/>
            </a:pPr>
            <a:endParaRPr lang="en-US" sz="2400" dirty="0">
              <a:cs typeface="Arial"/>
            </a:endParaRPr>
          </a:p>
        </p:txBody>
      </p:sp>
      <p:sp>
        <p:nvSpPr>
          <p:cNvPr id="7172" name="Text Box 4">
            <a:extLst>
              <a:ext uri="{FF2B5EF4-FFF2-40B4-BE49-F238E27FC236}">
                <a16:creationId xmlns:a16="http://schemas.microsoft.com/office/drawing/2014/main" id="{742377C2-0CD7-4AD6-B54B-0712A8AA7D15}"/>
              </a:ext>
            </a:extLst>
          </p:cNvPr>
          <p:cNvSpPr txBox="1">
            <a:spLocks noChangeArrowheads="1"/>
          </p:cNvSpPr>
          <p:nvPr/>
        </p:nvSpPr>
        <p:spPr bwMode="auto">
          <a:xfrm>
            <a:off x="4097338" y="6430963"/>
            <a:ext cx="1039812" cy="276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200">
                <a:solidFill>
                  <a:srgbClr val="0033CC"/>
                </a:solidFill>
                <a:cs typeface="DejaVu Sans" pitchFamily="32" charset="0"/>
              </a:rPr>
              <a:t>TCS Internal</a:t>
            </a:r>
          </a:p>
        </p:txBody>
      </p:sp>
      <p:sp>
        <p:nvSpPr>
          <p:cNvPr id="3" name="Text Box 2">
            <a:extLst>
              <a:ext uri="{FF2B5EF4-FFF2-40B4-BE49-F238E27FC236}">
                <a16:creationId xmlns:a16="http://schemas.microsoft.com/office/drawing/2014/main" id="{A872BE27-E2FF-423A-ABBA-5B783B5199B8}"/>
              </a:ext>
            </a:extLst>
          </p:cNvPr>
          <p:cNvSpPr txBox="1">
            <a:spLocks noChangeArrowheads="1"/>
          </p:cNvSpPr>
          <p:nvPr/>
        </p:nvSpPr>
        <p:spPr bwMode="auto">
          <a:xfrm>
            <a:off x="342900" y="274638"/>
            <a:ext cx="8442325" cy="595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algn="ctr">
              <a:buClrTx/>
            </a:pPr>
            <a:r>
              <a:rPr lang="en-US" sz="2800" dirty="0">
                <a:solidFill>
                  <a:srgbClr val="4E84C4"/>
                </a:solidFill>
                <a:latin typeface="Myriad Pro"/>
                <a:ea typeface="Microsoft YaHei"/>
                <a:cs typeface="Arial"/>
              </a:rPr>
              <a:t>Machine Learning –  Random Forrest</a:t>
            </a:r>
          </a:p>
        </p:txBody>
      </p:sp>
    </p:spTree>
    <p:extLst>
      <p:ext uri="{BB962C8B-B14F-4D97-AF65-F5344CB8AC3E}">
        <p14:creationId xmlns:p14="http://schemas.microsoft.com/office/powerpoint/2010/main" val="279413398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9" name="Text Box 1">
            <a:extLst>
              <a:ext uri="{FF2B5EF4-FFF2-40B4-BE49-F238E27FC236}">
                <a16:creationId xmlns:a16="http://schemas.microsoft.com/office/drawing/2014/main" id="{3D2E15B8-55ED-46E8-BA01-16704C5DE805}"/>
              </a:ext>
            </a:extLst>
          </p:cNvPr>
          <p:cNvSpPr txBox="1">
            <a:spLocks noChangeArrowheads="1"/>
          </p:cNvSpPr>
          <p:nvPr/>
        </p:nvSpPr>
        <p:spPr bwMode="auto">
          <a:xfrm>
            <a:off x="8477250" y="6461125"/>
            <a:ext cx="381000" cy="265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algn="r" eaLnBrk="1" hangingPunct="1">
              <a:spcBef>
                <a:spcPts val="563"/>
              </a:spcBef>
              <a:buClrTx/>
              <a:buFontTx/>
              <a:buNone/>
            </a:pPr>
            <a:fld id="{A4C4D1A4-0089-4AED-9CE3-D7762AA7C9E6}" type="slidenum">
              <a:rPr lang="en-US" altLang="en-US" sz="900" b="1">
                <a:solidFill>
                  <a:srgbClr val="4E84C4"/>
                </a:solidFill>
                <a:latin typeface="Myriad Pro" pitchFamily="32" charset="0"/>
              </a:rPr>
              <a:pPr algn="r" eaLnBrk="1" hangingPunct="1">
                <a:spcBef>
                  <a:spcPts val="563"/>
                </a:spcBef>
                <a:buClrTx/>
                <a:buFontTx/>
                <a:buNone/>
              </a:pPr>
              <a:t>19</a:t>
            </a:fld>
            <a:endParaRPr lang="en-US" altLang="en-US" sz="900" b="1">
              <a:solidFill>
                <a:srgbClr val="4E84C4"/>
              </a:solidFill>
              <a:latin typeface="Myriad Pro" pitchFamily="32" charset="0"/>
            </a:endParaRPr>
          </a:p>
        </p:txBody>
      </p:sp>
      <p:sp>
        <p:nvSpPr>
          <p:cNvPr id="7171" name="Rectangle 3">
            <a:extLst>
              <a:ext uri="{FF2B5EF4-FFF2-40B4-BE49-F238E27FC236}">
                <a16:creationId xmlns:a16="http://schemas.microsoft.com/office/drawing/2014/main" id="{7CF55ACE-C462-4A89-B58D-A593CC4EC317}"/>
              </a:ext>
            </a:extLst>
          </p:cNvPr>
          <p:cNvSpPr>
            <a:spLocks noChangeArrowheads="1"/>
          </p:cNvSpPr>
          <p:nvPr/>
        </p:nvSpPr>
        <p:spPr bwMode="auto">
          <a:xfrm>
            <a:off x="454194" y="1717033"/>
            <a:ext cx="7988419" cy="35339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marL="207963" indent="-206375">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1pPr>
            <a:lvl2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2pPr>
            <a:lvl3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3pPr>
            <a:lvl4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4pPr>
            <a:lvl5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9pPr>
          </a:lstStyle>
          <a:p>
            <a:pPr marL="1270" indent="0" algn="just">
              <a:buClrTx/>
            </a:pPr>
            <a:r>
              <a:rPr lang="en-US" sz="2400" b="1" dirty="0">
                <a:latin typeface="Arial"/>
                <a:ea typeface="Microsoft YaHei"/>
                <a:cs typeface="Arial"/>
              </a:rPr>
              <a:t>Ensemble Methods - Boosting</a:t>
            </a:r>
            <a:endParaRPr lang="en-US" dirty="0"/>
          </a:p>
          <a:p>
            <a:pPr marL="1270" indent="0" algn="just">
              <a:buClrTx/>
            </a:pPr>
            <a:endParaRPr lang="en-US" sz="2400" b="1" dirty="0">
              <a:latin typeface="Arial"/>
              <a:ea typeface="Microsoft YaHei"/>
              <a:cs typeface="Arial"/>
            </a:endParaRPr>
          </a:p>
          <a:p>
            <a:pPr marL="344170" indent="-342900" algn="just">
              <a:buClrTx/>
              <a:buFont typeface="Wingdings" panose="02020603050405020304" pitchFamily="18" charset="0"/>
              <a:buChar char="§"/>
            </a:pPr>
            <a:r>
              <a:rPr lang="en-US" sz="2200" dirty="0">
                <a:latin typeface="Arial"/>
                <a:ea typeface="Microsoft YaHei"/>
                <a:cs typeface="Arial"/>
              </a:rPr>
              <a:t>Boosting is a collection of predictors. In this technique, learners are learned sequentially with early learners fitting simple models to the data and then analyzing data for errors. Consecutive learners are fit and at every step, the goal is to improve the accuracy from the prior learner</a:t>
            </a:r>
            <a:endParaRPr lang="en-US" dirty="0">
              <a:cs typeface="Arial" panose="020B0604020202020204" pitchFamily="34" charset="0"/>
            </a:endParaRPr>
          </a:p>
          <a:p>
            <a:pPr marL="344170" indent="-342900" algn="just">
              <a:buClrTx/>
              <a:buFont typeface="Wingdings" panose="02020603050405020304" pitchFamily="18" charset="0"/>
              <a:buChar char="§"/>
            </a:pPr>
            <a:endParaRPr lang="en-US" sz="2200" dirty="0">
              <a:latin typeface="Arial"/>
              <a:ea typeface="Microsoft YaHei"/>
              <a:cs typeface="Arial"/>
            </a:endParaRPr>
          </a:p>
          <a:p>
            <a:pPr marL="344170" indent="-342900" algn="just">
              <a:buClrTx/>
              <a:buFont typeface="Wingdings" panose="02020603050405020304" pitchFamily="18" charset="0"/>
              <a:buChar char="§"/>
            </a:pPr>
            <a:r>
              <a:rPr lang="en-US" sz="2200" dirty="0">
                <a:latin typeface="Arial"/>
                <a:ea typeface="Microsoft YaHei"/>
                <a:cs typeface="Arial"/>
              </a:rPr>
              <a:t>The  misclassified input weight is increased so that next hypothesis is more likely to classify it correctly. This process converts weak learners into better performing model.</a:t>
            </a:r>
          </a:p>
          <a:p>
            <a:pPr marL="536575" lvl="1" indent="0" algn="just">
              <a:buClrTx/>
            </a:pPr>
            <a:endParaRPr lang="en-US" sz="2200">
              <a:cs typeface="Arial"/>
            </a:endParaRPr>
          </a:p>
        </p:txBody>
      </p:sp>
      <p:sp>
        <p:nvSpPr>
          <p:cNvPr id="7172" name="Text Box 4">
            <a:extLst>
              <a:ext uri="{FF2B5EF4-FFF2-40B4-BE49-F238E27FC236}">
                <a16:creationId xmlns:a16="http://schemas.microsoft.com/office/drawing/2014/main" id="{742377C2-0CD7-4AD6-B54B-0712A8AA7D15}"/>
              </a:ext>
            </a:extLst>
          </p:cNvPr>
          <p:cNvSpPr txBox="1">
            <a:spLocks noChangeArrowheads="1"/>
          </p:cNvSpPr>
          <p:nvPr/>
        </p:nvSpPr>
        <p:spPr bwMode="auto">
          <a:xfrm>
            <a:off x="4097338" y="6430963"/>
            <a:ext cx="1039812" cy="276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200">
                <a:solidFill>
                  <a:srgbClr val="0033CC"/>
                </a:solidFill>
                <a:cs typeface="DejaVu Sans" pitchFamily="32" charset="0"/>
              </a:rPr>
              <a:t>TCS Internal</a:t>
            </a:r>
          </a:p>
        </p:txBody>
      </p:sp>
      <p:sp>
        <p:nvSpPr>
          <p:cNvPr id="3" name="Text Box 2">
            <a:extLst>
              <a:ext uri="{FF2B5EF4-FFF2-40B4-BE49-F238E27FC236}">
                <a16:creationId xmlns:a16="http://schemas.microsoft.com/office/drawing/2014/main" id="{2A442144-DF94-47C4-9D57-5E08CEB39645}"/>
              </a:ext>
            </a:extLst>
          </p:cNvPr>
          <p:cNvSpPr txBox="1">
            <a:spLocks noChangeArrowheads="1"/>
          </p:cNvSpPr>
          <p:nvPr/>
        </p:nvSpPr>
        <p:spPr bwMode="auto">
          <a:xfrm>
            <a:off x="342900" y="274638"/>
            <a:ext cx="8442325" cy="595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algn="ctr">
              <a:buClrTx/>
            </a:pPr>
            <a:r>
              <a:rPr lang="en-US" sz="2800" dirty="0">
                <a:solidFill>
                  <a:srgbClr val="4E84C4"/>
                </a:solidFill>
                <a:latin typeface="Myriad Pro"/>
                <a:ea typeface="Microsoft YaHei"/>
                <a:cs typeface="Arial"/>
              </a:rPr>
              <a:t>Machine Learning –  Boosting</a:t>
            </a:r>
          </a:p>
        </p:txBody>
      </p:sp>
    </p:spTree>
    <p:extLst>
      <p:ext uri="{BB962C8B-B14F-4D97-AF65-F5344CB8AC3E}">
        <p14:creationId xmlns:p14="http://schemas.microsoft.com/office/powerpoint/2010/main" val="2540486003"/>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9" name="Text Box 1">
            <a:extLst>
              <a:ext uri="{FF2B5EF4-FFF2-40B4-BE49-F238E27FC236}">
                <a16:creationId xmlns:a16="http://schemas.microsoft.com/office/drawing/2014/main" id="{3D2E15B8-55ED-46E8-BA01-16704C5DE805}"/>
              </a:ext>
            </a:extLst>
          </p:cNvPr>
          <p:cNvSpPr txBox="1">
            <a:spLocks noChangeArrowheads="1"/>
          </p:cNvSpPr>
          <p:nvPr/>
        </p:nvSpPr>
        <p:spPr bwMode="auto">
          <a:xfrm>
            <a:off x="8477250" y="6461125"/>
            <a:ext cx="381000" cy="265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algn="r" eaLnBrk="1" hangingPunct="1">
              <a:spcBef>
                <a:spcPts val="563"/>
              </a:spcBef>
              <a:buClrTx/>
              <a:buFontTx/>
              <a:buNone/>
            </a:pPr>
            <a:fld id="{A4C4D1A4-0089-4AED-9CE3-D7762AA7C9E6}" type="slidenum">
              <a:rPr lang="en-US" altLang="en-US" sz="900" b="1">
                <a:solidFill>
                  <a:srgbClr val="4E84C4"/>
                </a:solidFill>
                <a:latin typeface="Myriad Pro" pitchFamily="32" charset="0"/>
              </a:rPr>
              <a:pPr algn="r" eaLnBrk="1" hangingPunct="1">
                <a:spcBef>
                  <a:spcPts val="563"/>
                </a:spcBef>
                <a:buClrTx/>
                <a:buFontTx/>
                <a:buNone/>
              </a:pPr>
              <a:t>20</a:t>
            </a:fld>
            <a:endParaRPr lang="en-US" altLang="en-US" sz="900" b="1">
              <a:solidFill>
                <a:srgbClr val="4E84C4"/>
              </a:solidFill>
              <a:latin typeface="Myriad Pro" pitchFamily="32" charset="0"/>
            </a:endParaRPr>
          </a:p>
        </p:txBody>
      </p:sp>
      <p:sp>
        <p:nvSpPr>
          <p:cNvPr id="7171" name="Rectangle 3">
            <a:extLst>
              <a:ext uri="{FF2B5EF4-FFF2-40B4-BE49-F238E27FC236}">
                <a16:creationId xmlns:a16="http://schemas.microsoft.com/office/drawing/2014/main" id="{7CF55ACE-C462-4A89-B58D-A593CC4EC317}"/>
              </a:ext>
            </a:extLst>
          </p:cNvPr>
          <p:cNvSpPr>
            <a:spLocks noChangeArrowheads="1"/>
          </p:cNvSpPr>
          <p:nvPr/>
        </p:nvSpPr>
        <p:spPr bwMode="auto">
          <a:xfrm>
            <a:off x="454194" y="1717033"/>
            <a:ext cx="7988419" cy="35339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marL="207963" indent="-206375">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1pPr>
            <a:lvl2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2pPr>
            <a:lvl3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3pPr>
            <a:lvl4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4pPr>
            <a:lvl5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9pPr>
          </a:lstStyle>
          <a:p>
            <a:pPr marL="1270" indent="0" algn="just">
              <a:buClrTx/>
            </a:pPr>
            <a:r>
              <a:rPr lang="en-US" sz="2400" b="1" dirty="0">
                <a:latin typeface="Arial"/>
                <a:ea typeface="Microsoft YaHei"/>
                <a:cs typeface="Arial"/>
              </a:rPr>
              <a:t>Ensemble Methods - Boosting - Steps</a:t>
            </a:r>
            <a:endParaRPr lang="en-US" dirty="0"/>
          </a:p>
          <a:p>
            <a:pPr marL="1270" indent="0" algn="just">
              <a:buClrTx/>
            </a:pPr>
            <a:endParaRPr lang="en-US" sz="2400" b="1" dirty="0">
              <a:latin typeface="Arial"/>
              <a:ea typeface="Microsoft YaHei"/>
              <a:cs typeface="Arial"/>
            </a:endParaRPr>
          </a:p>
          <a:p>
            <a:pPr marL="344170" indent="-342900" algn="just">
              <a:buClrTx/>
              <a:buFont typeface="Wingdings" panose="02020603050405020304" pitchFamily="18" charset="0"/>
              <a:buChar char="§"/>
            </a:pPr>
            <a:r>
              <a:rPr lang="en-US" sz="2200" dirty="0">
                <a:latin typeface="Arial"/>
                <a:ea typeface="Microsoft YaHei"/>
                <a:cs typeface="Arial"/>
              </a:rPr>
              <a:t>Draw a random subset of training samples s1 without replacement from the training set S to train a weak learner P1</a:t>
            </a:r>
            <a:endParaRPr lang="en-US" dirty="0">
              <a:cs typeface="Arial"/>
            </a:endParaRPr>
          </a:p>
          <a:p>
            <a:pPr marL="344170" indent="-342900" algn="just">
              <a:buClrTx/>
              <a:buFont typeface="Wingdings" panose="02020603050405020304" pitchFamily="18" charset="0"/>
              <a:buChar char="§"/>
            </a:pPr>
            <a:r>
              <a:rPr lang="en-US" sz="2200" dirty="0">
                <a:latin typeface="Arial"/>
                <a:ea typeface="Microsoft YaHei"/>
                <a:cs typeface="Arial"/>
              </a:rPr>
              <a:t>Draw second random training subset s2 without replacement from the training set and add 50 percent of the samples that were previously falsely classified/misclassified to train a weak learner P2</a:t>
            </a:r>
            <a:endParaRPr lang="en-US" dirty="0">
              <a:cs typeface="Arial"/>
            </a:endParaRPr>
          </a:p>
          <a:p>
            <a:pPr marL="344170" indent="-342900" algn="just">
              <a:buClrTx/>
              <a:buFont typeface="Wingdings" panose="02020603050405020304" pitchFamily="18" charset="0"/>
              <a:buChar char="§"/>
            </a:pPr>
            <a:r>
              <a:rPr lang="en-US" sz="2200" dirty="0">
                <a:latin typeface="Arial"/>
                <a:ea typeface="Microsoft YaHei"/>
                <a:cs typeface="Arial"/>
              </a:rPr>
              <a:t>Find the training samples s3 in the training set D on which P1 and P2 disagree to train a third weak learner P3</a:t>
            </a:r>
            <a:endParaRPr lang="en-US" dirty="0">
              <a:cs typeface="Arial"/>
            </a:endParaRPr>
          </a:p>
          <a:p>
            <a:pPr marL="344170" indent="-342900" algn="just">
              <a:buClrTx/>
              <a:buFont typeface="Wingdings" panose="02020603050405020304" pitchFamily="18" charset="0"/>
              <a:buChar char="§"/>
            </a:pPr>
            <a:r>
              <a:rPr lang="en-US" sz="2200" dirty="0">
                <a:latin typeface="Arial"/>
                <a:ea typeface="Microsoft YaHei"/>
                <a:cs typeface="Arial"/>
              </a:rPr>
              <a:t>Combine all the weak learners via majority voting.</a:t>
            </a:r>
            <a:endParaRPr lang="en-US" dirty="0">
              <a:cs typeface="Arial"/>
            </a:endParaRPr>
          </a:p>
          <a:p>
            <a:pPr marL="344170" indent="-342900" algn="just">
              <a:buClrTx/>
              <a:buFont typeface="Wingdings" panose="02020603050405020304" pitchFamily="18" charset="0"/>
              <a:buChar char="§"/>
            </a:pPr>
            <a:endParaRPr lang="en-US" sz="2200" dirty="0">
              <a:latin typeface="Arial"/>
              <a:ea typeface="Microsoft YaHei"/>
              <a:cs typeface="Arial"/>
            </a:endParaRPr>
          </a:p>
          <a:p>
            <a:pPr marL="536575" lvl="1" indent="0" algn="just">
              <a:buClrTx/>
            </a:pPr>
            <a:endParaRPr lang="en-US" sz="2200">
              <a:cs typeface="Arial"/>
            </a:endParaRPr>
          </a:p>
        </p:txBody>
      </p:sp>
      <p:sp>
        <p:nvSpPr>
          <p:cNvPr id="7172" name="Text Box 4">
            <a:extLst>
              <a:ext uri="{FF2B5EF4-FFF2-40B4-BE49-F238E27FC236}">
                <a16:creationId xmlns:a16="http://schemas.microsoft.com/office/drawing/2014/main" id="{742377C2-0CD7-4AD6-B54B-0712A8AA7D15}"/>
              </a:ext>
            </a:extLst>
          </p:cNvPr>
          <p:cNvSpPr txBox="1">
            <a:spLocks noChangeArrowheads="1"/>
          </p:cNvSpPr>
          <p:nvPr/>
        </p:nvSpPr>
        <p:spPr bwMode="auto">
          <a:xfrm>
            <a:off x="4097338" y="6430963"/>
            <a:ext cx="1039812" cy="276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200">
                <a:solidFill>
                  <a:srgbClr val="0033CC"/>
                </a:solidFill>
                <a:cs typeface="DejaVu Sans" pitchFamily="32" charset="0"/>
              </a:rPr>
              <a:t>TCS Internal</a:t>
            </a:r>
          </a:p>
        </p:txBody>
      </p:sp>
      <p:sp>
        <p:nvSpPr>
          <p:cNvPr id="3" name="Text Box 2">
            <a:extLst>
              <a:ext uri="{FF2B5EF4-FFF2-40B4-BE49-F238E27FC236}">
                <a16:creationId xmlns:a16="http://schemas.microsoft.com/office/drawing/2014/main" id="{2A442144-DF94-47C4-9D57-5E08CEB39645}"/>
              </a:ext>
            </a:extLst>
          </p:cNvPr>
          <p:cNvSpPr txBox="1">
            <a:spLocks noChangeArrowheads="1"/>
          </p:cNvSpPr>
          <p:nvPr/>
        </p:nvSpPr>
        <p:spPr bwMode="auto">
          <a:xfrm>
            <a:off x="342900" y="274638"/>
            <a:ext cx="8442325" cy="595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algn="ctr">
              <a:buClrTx/>
            </a:pPr>
            <a:r>
              <a:rPr lang="en-US" sz="2800" dirty="0">
                <a:solidFill>
                  <a:srgbClr val="4E84C4"/>
                </a:solidFill>
                <a:latin typeface="Myriad Pro"/>
                <a:ea typeface="Microsoft YaHei"/>
                <a:cs typeface="Arial"/>
              </a:rPr>
              <a:t>Machine Learning –  Boosting</a:t>
            </a:r>
          </a:p>
        </p:txBody>
      </p:sp>
    </p:spTree>
    <p:extLst>
      <p:ext uri="{BB962C8B-B14F-4D97-AF65-F5344CB8AC3E}">
        <p14:creationId xmlns:p14="http://schemas.microsoft.com/office/powerpoint/2010/main" val="289009697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9" name="Text Box 1">
            <a:extLst>
              <a:ext uri="{FF2B5EF4-FFF2-40B4-BE49-F238E27FC236}">
                <a16:creationId xmlns:a16="http://schemas.microsoft.com/office/drawing/2014/main" id="{3D2E15B8-55ED-46E8-BA01-16704C5DE805}"/>
              </a:ext>
            </a:extLst>
          </p:cNvPr>
          <p:cNvSpPr txBox="1">
            <a:spLocks noChangeArrowheads="1"/>
          </p:cNvSpPr>
          <p:nvPr/>
        </p:nvSpPr>
        <p:spPr bwMode="auto">
          <a:xfrm>
            <a:off x="8477250" y="6461125"/>
            <a:ext cx="381000" cy="265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algn="r" eaLnBrk="1" hangingPunct="1">
              <a:spcBef>
                <a:spcPts val="563"/>
              </a:spcBef>
              <a:buClrTx/>
              <a:buFontTx/>
              <a:buNone/>
            </a:pPr>
            <a:fld id="{A4C4D1A4-0089-4AED-9CE3-D7762AA7C9E6}" type="slidenum">
              <a:rPr lang="en-US" altLang="en-US" sz="900" b="1">
                <a:solidFill>
                  <a:srgbClr val="4E84C4"/>
                </a:solidFill>
                <a:latin typeface="Myriad Pro" pitchFamily="32" charset="0"/>
              </a:rPr>
              <a:pPr algn="r" eaLnBrk="1" hangingPunct="1">
                <a:spcBef>
                  <a:spcPts val="563"/>
                </a:spcBef>
                <a:buClrTx/>
                <a:buFontTx/>
                <a:buNone/>
              </a:pPr>
              <a:t>21</a:t>
            </a:fld>
            <a:endParaRPr lang="en-US" altLang="en-US" sz="900" b="1">
              <a:solidFill>
                <a:srgbClr val="4E84C4"/>
              </a:solidFill>
              <a:latin typeface="Myriad Pro" pitchFamily="32" charset="0"/>
            </a:endParaRPr>
          </a:p>
        </p:txBody>
      </p:sp>
      <p:sp>
        <p:nvSpPr>
          <p:cNvPr id="7171" name="Rectangle 3">
            <a:extLst>
              <a:ext uri="{FF2B5EF4-FFF2-40B4-BE49-F238E27FC236}">
                <a16:creationId xmlns:a16="http://schemas.microsoft.com/office/drawing/2014/main" id="{7CF55ACE-C462-4A89-B58D-A593CC4EC317}"/>
              </a:ext>
            </a:extLst>
          </p:cNvPr>
          <p:cNvSpPr>
            <a:spLocks noChangeArrowheads="1"/>
          </p:cNvSpPr>
          <p:nvPr/>
        </p:nvSpPr>
        <p:spPr bwMode="auto">
          <a:xfrm>
            <a:off x="454194" y="1717033"/>
            <a:ext cx="7988419" cy="35339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marL="207963" indent="-206375">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1pPr>
            <a:lvl2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2pPr>
            <a:lvl3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3pPr>
            <a:lvl4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4pPr>
            <a:lvl5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9pPr>
          </a:lstStyle>
          <a:p>
            <a:pPr marL="1270" indent="0" algn="just">
              <a:buClrTx/>
            </a:pPr>
            <a:r>
              <a:rPr lang="en-US" sz="2400" b="1" dirty="0">
                <a:latin typeface="Arial"/>
                <a:ea typeface="Microsoft YaHei"/>
                <a:cs typeface="Arial"/>
              </a:rPr>
              <a:t>Ensemble Methods - Boosting – Pros &amp; Cons</a:t>
            </a:r>
            <a:endParaRPr lang="en-US" dirty="0"/>
          </a:p>
          <a:p>
            <a:pPr marL="1270" indent="0" algn="just">
              <a:buClrTx/>
            </a:pPr>
            <a:endParaRPr lang="en-US" sz="2400" b="1" dirty="0">
              <a:latin typeface="Arial"/>
              <a:ea typeface="Microsoft YaHei"/>
              <a:cs typeface="Arial"/>
            </a:endParaRPr>
          </a:p>
          <a:p>
            <a:pPr marL="1270" indent="0" algn="just">
              <a:buClrTx/>
            </a:pPr>
            <a:r>
              <a:rPr lang="en-US" sz="2400" b="1" dirty="0">
                <a:latin typeface="Arial"/>
                <a:ea typeface="Microsoft YaHei"/>
                <a:cs typeface="Arial"/>
              </a:rPr>
              <a:t>Pros:</a:t>
            </a:r>
          </a:p>
          <a:p>
            <a:pPr marL="207645" algn="just">
              <a:buClrTx/>
              <a:buFont typeface="Arial" panose="02020603050405020304" pitchFamily="18" charset="0"/>
              <a:buChar char="•"/>
            </a:pPr>
            <a:endParaRPr lang="en-US" sz="2200" dirty="0">
              <a:latin typeface="Arial"/>
              <a:ea typeface="Microsoft YaHei"/>
              <a:cs typeface="Arial"/>
            </a:endParaRPr>
          </a:p>
          <a:p>
            <a:pPr marL="344170" indent="-342900" algn="just">
              <a:buClrTx/>
              <a:buFont typeface="Wingdings" panose="02020603050405020304" pitchFamily="18" charset="0"/>
              <a:buChar char="§"/>
            </a:pPr>
            <a:r>
              <a:rPr lang="en-US" sz="2200" dirty="0">
                <a:latin typeface="Arial"/>
                <a:ea typeface="Microsoft YaHei"/>
                <a:cs typeface="Arial"/>
              </a:rPr>
              <a:t>Supports different loss function</a:t>
            </a:r>
            <a:endParaRPr lang="en-US" dirty="0">
              <a:cs typeface="Arial"/>
            </a:endParaRPr>
          </a:p>
          <a:p>
            <a:pPr marL="344170" indent="-342900" algn="just">
              <a:buClrTx/>
              <a:buFont typeface="Wingdings" panose="02020603050405020304" pitchFamily="18" charset="0"/>
              <a:buChar char="§"/>
            </a:pPr>
            <a:r>
              <a:rPr lang="en-US" sz="2200" dirty="0">
                <a:latin typeface="Arial"/>
                <a:ea typeface="Microsoft YaHei"/>
                <a:cs typeface="Arial"/>
              </a:rPr>
              <a:t>Works well with interactions.</a:t>
            </a:r>
            <a:endParaRPr lang="en-US" dirty="0">
              <a:cs typeface="Arial"/>
            </a:endParaRPr>
          </a:p>
          <a:p>
            <a:pPr marL="1270" indent="0" algn="just">
              <a:buClrTx/>
            </a:pPr>
            <a:endParaRPr lang="en-US" sz="2200" dirty="0">
              <a:latin typeface="Arial"/>
              <a:ea typeface="Microsoft YaHei"/>
              <a:cs typeface="Arial"/>
            </a:endParaRPr>
          </a:p>
          <a:p>
            <a:pPr marL="1270" indent="0" algn="just">
              <a:buClrTx/>
              <a:buFont typeface="Wingdings" panose="02020603050405020304" pitchFamily="18" charset="0"/>
            </a:pPr>
            <a:r>
              <a:rPr lang="en-US" sz="2400" b="1" dirty="0">
                <a:latin typeface="Arial"/>
                <a:ea typeface="Microsoft YaHei"/>
                <a:cs typeface="Arial"/>
              </a:rPr>
              <a:t>Cons:</a:t>
            </a:r>
          </a:p>
          <a:p>
            <a:pPr marL="1270" indent="0" algn="just">
              <a:buClrTx/>
              <a:buFont typeface="Wingdings" panose="02020603050405020304" pitchFamily="18" charset="0"/>
            </a:pPr>
            <a:endParaRPr lang="en-US" sz="2200" dirty="0">
              <a:cs typeface="Arial"/>
            </a:endParaRPr>
          </a:p>
          <a:p>
            <a:pPr marL="344170" indent="-342900" algn="just">
              <a:buClrTx/>
              <a:buFont typeface="Wingdings" panose="02020603050405020304" pitchFamily="18" charset="0"/>
              <a:buChar char="§"/>
            </a:pPr>
            <a:r>
              <a:rPr lang="en-US" sz="2200" dirty="0">
                <a:latin typeface="Arial"/>
                <a:ea typeface="Microsoft YaHei"/>
                <a:cs typeface="Arial"/>
              </a:rPr>
              <a:t>Prone to over-fitting</a:t>
            </a:r>
            <a:endParaRPr lang="en-US" dirty="0">
              <a:latin typeface="Arial"/>
              <a:ea typeface="Microsoft YaHei"/>
              <a:cs typeface="Arial"/>
            </a:endParaRPr>
          </a:p>
          <a:p>
            <a:pPr marL="344170" indent="-342900" algn="just">
              <a:buClrTx/>
              <a:buFont typeface="Wingdings" panose="02020603050405020304" pitchFamily="18" charset="0"/>
              <a:buChar char="§"/>
            </a:pPr>
            <a:r>
              <a:rPr lang="en-US" sz="2200" dirty="0">
                <a:latin typeface="Arial"/>
                <a:ea typeface="Microsoft YaHei"/>
                <a:cs typeface="Arial"/>
              </a:rPr>
              <a:t>Requires careful tuning of different hyper-parameters.</a:t>
            </a:r>
            <a:endParaRPr lang="en-US" dirty="0">
              <a:latin typeface="Arial"/>
              <a:ea typeface="Microsoft YaHei"/>
              <a:cs typeface="Arial"/>
            </a:endParaRPr>
          </a:p>
          <a:p>
            <a:pPr marL="536575" lvl="1" indent="0" algn="just">
              <a:buClrTx/>
            </a:pPr>
            <a:endParaRPr lang="en-US" sz="2200">
              <a:cs typeface="Arial"/>
            </a:endParaRPr>
          </a:p>
        </p:txBody>
      </p:sp>
      <p:sp>
        <p:nvSpPr>
          <p:cNvPr id="7172" name="Text Box 4">
            <a:extLst>
              <a:ext uri="{FF2B5EF4-FFF2-40B4-BE49-F238E27FC236}">
                <a16:creationId xmlns:a16="http://schemas.microsoft.com/office/drawing/2014/main" id="{742377C2-0CD7-4AD6-B54B-0712A8AA7D15}"/>
              </a:ext>
            </a:extLst>
          </p:cNvPr>
          <p:cNvSpPr txBox="1">
            <a:spLocks noChangeArrowheads="1"/>
          </p:cNvSpPr>
          <p:nvPr/>
        </p:nvSpPr>
        <p:spPr bwMode="auto">
          <a:xfrm>
            <a:off x="4097338" y="6430963"/>
            <a:ext cx="1039812" cy="276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200" dirty="0">
                <a:solidFill>
                  <a:srgbClr val="0033CC"/>
                </a:solidFill>
                <a:cs typeface="DejaVu Sans" pitchFamily="32" charset="0"/>
              </a:rPr>
              <a:t>TCS Internal</a:t>
            </a:r>
          </a:p>
        </p:txBody>
      </p:sp>
      <p:sp>
        <p:nvSpPr>
          <p:cNvPr id="3" name="Text Box 2">
            <a:extLst>
              <a:ext uri="{FF2B5EF4-FFF2-40B4-BE49-F238E27FC236}">
                <a16:creationId xmlns:a16="http://schemas.microsoft.com/office/drawing/2014/main" id="{2A442144-DF94-47C4-9D57-5E08CEB39645}"/>
              </a:ext>
            </a:extLst>
          </p:cNvPr>
          <p:cNvSpPr txBox="1">
            <a:spLocks noChangeArrowheads="1"/>
          </p:cNvSpPr>
          <p:nvPr/>
        </p:nvSpPr>
        <p:spPr bwMode="auto">
          <a:xfrm>
            <a:off x="342900" y="274638"/>
            <a:ext cx="8442325" cy="595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algn="ctr">
              <a:buClrTx/>
            </a:pPr>
            <a:r>
              <a:rPr lang="en-US" sz="2800" dirty="0">
                <a:solidFill>
                  <a:srgbClr val="4E84C4"/>
                </a:solidFill>
                <a:latin typeface="Myriad Pro"/>
                <a:ea typeface="Microsoft YaHei"/>
                <a:cs typeface="Arial"/>
              </a:rPr>
              <a:t>Machine Learning –  Boosting</a:t>
            </a:r>
          </a:p>
        </p:txBody>
      </p:sp>
    </p:spTree>
    <p:extLst>
      <p:ext uri="{BB962C8B-B14F-4D97-AF65-F5344CB8AC3E}">
        <p14:creationId xmlns:p14="http://schemas.microsoft.com/office/powerpoint/2010/main" val="434341933"/>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9" name="Text Box 1">
            <a:extLst>
              <a:ext uri="{FF2B5EF4-FFF2-40B4-BE49-F238E27FC236}">
                <a16:creationId xmlns:a16="http://schemas.microsoft.com/office/drawing/2014/main" id="{3D2E15B8-55ED-46E8-BA01-16704C5DE805}"/>
              </a:ext>
            </a:extLst>
          </p:cNvPr>
          <p:cNvSpPr txBox="1">
            <a:spLocks noChangeArrowheads="1"/>
          </p:cNvSpPr>
          <p:nvPr/>
        </p:nvSpPr>
        <p:spPr bwMode="auto">
          <a:xfrm>
            <a:off x="8477250" y="6461125"/>
            <a:ext cx="381000" cy="265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algn="r" eaLnBrk="1" hangingPunct="1">
              <a:spcBef>
                <a:spcPts val="563"/>
              </a:spcBef>
              <a:buClrTx/>
              <a:buFontTx/>
              <a:buNone/>
            </a:pPr>
            <a:fld id="{A4C4D1A4-0089-4AED-9CE3-D7762AA7C9E6}" type="slidenum">
              <a:rPr lang="en-US" altLang="en-US" sz="900" b="1">
                <a:solidFill>
                  <a:srgbClr val="4E84C4"/>
                </a:solidFill>
                <a:latin typeface="Myriad Pro" pitchFamily="32" charset="0"/>
              </a:rPr>
              <a:pPr algn="r" eaLnBrk="1" hangingPunct="1">
                <a:spcBef>
                  <a:spcPts val="563"/>
                </a:spcBef>
                <a:buClrTx/>
                <a:buFontTx/>
                <a:buNone/>
              </a:pPr>
              <a:t>22</a:t>
            </a:fld>
            <a:endParaRPr lang="en-US" altLang="en-US" sz="900" b="1">
              <a:solidFill>
                <a:srgbClr val="4E84C4"/>
              </a:solidFill>
              <a:latin typeface="Myriad Pro" pitchFamily="32" charset="0"/>
            </a:endParaRPr>
          </a:p>
        </p:txBody>
      </p:sp>
      <p:sp>
        <p:nvSpPr>
          <p:cNvPr id="7171" name="Rectangle 3">
            <a:extLst>
              <a:ext uri="{FF2B5EF4-FFF2-40B4-BE49-F238E27FC236}">
                <a16:creationId xmlns:a16="http://schemas.microsoft.com/office/drawing/2014/main" id="{7CF55ACE-C462-4A89-B58D-A593CC4EC317}"/>
              </a:ext>
            </a:extLst>
          </p:cNvPr>
          <p:cNvSpPr>
            <a:spLocks noChangeArrowheads="1"/>
          </p:cNvSpPr>
          <p:nvPr/>
        </p:nvSpPr>
        <p:spPr bwMode="auto">
          <a:xfrm>
            <a:off x="454194" y="1717033"/>
            <a:ext cx="7988419" cy="35339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marL="207963" indent="-206375">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1pPr>
            <a:lvl2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2pPr>
            <a:lvl3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3pPr>
            <a:lvl4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4pPr>
            <a:lvl5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9pPr>
          </a:lstStyle>
          <a:p>
            <a:pPr marL="1270" indent="0" algn="just">
              <a:buClrTx/>
            </a:pPr>
            <a:r>
              <a:rPr lang="en-US" sz="2400" b="1" dirty="0">
                <a:latin typeface="Arial"/>
                <a:ea typeface="Microsoft YaHei"/>
                <a:cs typeface="Arial"/>
              </a:rPr>
              <a:t>Ensemble Methods - AdaBoost</a:t>
            </a:r>
            <a:endParaRPr lang="en-US" dirty="0"/>
          </a:p>
          <a:p>
            <a:pPr marL="1270" indent="0" algn="just">
              <a:buClrTx/>
            </a:pPr>
            <a:endParaRPr lang="en-US" sz="2400" b="1" dirty="0">
              <a:latin typeface="Arial"/>
              <a:ea typeface="Microsoft YaHei"/>
              <a:cs typeface="Arial"/>
            </a:endParaRPr>
          </a:p>
          <a:p>
            <a:pPr marL="344170" indent="-342900" algn="just">
              <a:buClrTx/>
              <a:buFont typeface="Wingdings" panose="02020603050405020304" pitchFamily="18" charset="0"/>
              <a:buChar char="§"/>
            </a:pPr>
            <a:r>
              <a:rPr lang="en-US" sz="2200" dirty="0">
                <a:latin typeface="Arial"/>
                <a:ea typeface="Microsoft YaHei"/>
                <a:cs typeface="Arial"/>
              </a:rPr>
              <a:t>AdaBoost is an algorithm for constructing a “strong” classifier as linear combination of “simple” “weak” classifier</a:t>
            </a:r>
          </a:p>
          <a:p>
            <a:pPr marL="344170" indent="-342900" algn="just">
              <a:buClrTx/>
              <a:buFont typeface="Wingdings" panose="02020603050405020304" pitchFamily="18" charset="0"/>
              <a:buChar char="§"/>
            </a:pPr>
            <a:endParaRPr lang="en-US" sz="2200" dirty="0">
              <a:latin typeface="Arial"/>
              <a:ea typeface="Microsoft YaHei"/>
              <a:cs typeface="Arial"/>
            </a:endParaRPr>
          </a:p>
          <a:p>
            <a:pPr marL="344170" indent="-342900" algn="just">
              <a:buClrTx/>
              <a:buFont typeface="Wingdings" panose="02020603050405020304" pitchFamily="18" charset="0"/>
              <a:buChar char="§"/>
            </a:pPr>
            <a:endParaRPr lang="en-US" sz="2200" dirty="0">
              <a:latin typeface="Arial"/>
              <a:ea typeface="Microsoft YaHei"/>
              <a:cs typeface="Arial"/>
            </a:endParaRPr>
          </a:p>
          <a:p>
            <a:pPr marL="344170" indent="-342900" algn="just">
              <a:buClrTx/>
              <a:buFont typeface="Wingdings" panose="02020603050405020304" pitchFamily="18" charset="0"/>
              <a:buChar char="§"/>
            </a:pPr>
            <a:endParaRPr lang="en-US" sz="2200" dirty="0">
              <a:latin typeface="Arial"/>
              <a:ea typeface="Microsoft YaHei"/>
              <a:cs typeface="Arial"/>
            </a:endParaRPr>
          </a:p>
          <a:p>
            <a:pPr marL="344170" indent="-342900" algn="just">
              <a:buClrTx/>
              <a:buFont typeface="Wingdings" panose="02020603050405020304" pitchFamily="18" charset="0"/>
              <a:buChar char="§"/>
            </a:pPr>
            <a:endParaRPr lang="en-US" sz="2200" dirty="0">
              <a:latin typeface="Arial"/>
              <a:ea typeface="Microsoft YaHei"/>
              <a:cs typeface="Arial"/>
            </a:endParaRPr>
          </a:p>
          <a:p>
            <a:pPr marL="344170" indent="-342900" algn="just">
              <a:buClrTx/>
              <a:buFont typeface="Wingdings" panose="02020603050405020304" pitchFamily="18" charset="0"/>
              <a:buChar char="§"/>
            </a:pPr>
            <a:r>
              <a:rPr lang="en-US" sz="2200" dirty="0">
                <a:latin typeface="Arial"/>
                <a:ea typeface="Microsoft YaHei"/>
                <a:cs typeface="Arial"/>
              </a:rPr>
              <a:t>Final classification based on weighted vote of weak classifiers</a:t>
            </a:r>
          </a:p>
        </p:txBody>
      </p:sp>
      <p:sp>
        <p:nvSpPr>
          <p:cNvPr id="7172" name="Text Box 4">
            <a:extLst>
              <a:ext uri="{FF2B5EF4-FFF2-40B4-BE49-F238E27FC236}">
                <a16:creationId xmlns:a16="http://schemas.microsoft.com/office/drawing/2014/main" id="{742377C2-0CD7-4AD6-B54B-0712A8AA7D15}"/>
              </a:ext>
            </a:extLst>
          </p:cNvPr>
          <p:cNvSpPr txBox="1">
            <a:spLocks noChangeArrowheads="1"/>
          </p:cNvSpPr>
          <p:nvPr/>
        </p:nvSpPr>
        <p:spPr bwMode="auto">
          <a:xfrm>
            <a:off x="4097338" y="6430963"/>
            <a:ext cx="1039812" cy="276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200">
                <a:solidFill>
                  <a:srgbClr val="0033CC"/>
                </a:solidFill>
                <a:cs typeface="DejaVu Sans" pitchFamily="32" charset="0"/>
              </a:rPr>
              <a:t>TCS Internal</a:t>
            </a:r>
          </a:p>
        </p:txBody>
      </p:sp>
      <p:sp>
        <p:nvSpPr>
          <p:cNvPr id="3" name="Text Box 2">
            <a:extLst>
              <a:ext uri="{FF2B5EF4-FFF2-40B4-BE49-F238E27FC236}">
                <a16:creationId xmlns:a16="http://schemas.microsoft.com/office/drawing/2014/main" id="{2A442144-DF94-47C4-9D57-5E08CEB39645}"/>
              </a:ext>
            </a:extLst>
          </p:cNvPr>
          <p:cNvSpPr txBox="1">
            <a:spLocks noChangeArrowheads="1"/>
          </p:cNvSpPr>
          <p:nvPr/>
        </p:nvSpPr>
        <p:spPr bwMode="auto">
          <a:xfrm>
            <a:off x="342900" y="274638"/>
            <a:ext cx="8442325" cy="595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algn="ctr">
              <a:buClrTx/>
            </a:pPr>
            <a:r>
              <a:rPr lang="en-US" sz="2800" dirty="0">
                <a:solidFill>
                  <a:srgbClr val="4E84C4"/>
                </a:solidFill>
                <a:latin typeface="Myriad Pro"/>
                <a:ea typeface="Microsoft YaHei"/>
                <a:cs typeface="Arial"/>
              </a:rPr>
              <a:t>Machine Learning –  AdaBoost</a:t>
            </a:r>
          </a:p>
        </p:txBody>
      </p:sp>
      <p:pic>
        <p:nvPicPr>
          <p:cNvPr id="2" name="Picture 3" descr="A picture containing object, clock&#10;&#10;Description generated with very high confidence">
            <a:extLst>
              <a:ext uri="{FF2B5EF4-FFF2-40B4-BE49-F238E27FC236}">
                <a16:creationId xmlns:a16="http://schemas.microsoft.com/office/drawing/2014/main" id="{2288ECAD-454A-421C-BDED-A69E2BE98D6F}"/>
              </a:ext>
            </a:extLst>
          </p:cNvPr>
          <p:cNvPicPr>
            <a:picLocks noChangeAspect="1"/>
          </p:cNvPicPr>
          <p:nvPr/>
        </p:nvPicPr>
        <p:blipFill>
          <a:blip r:embed="rId3"/>
          <a:stretch>
            <a:fillRect/>
          </a:stretch>
        </p:blipFill>
        <p:spPr>
          <a:xfrm>
            <a:off x="2843752" y="3426754"/>
            <a:ext cx="2105025" cy="809625"/>
          </a:xfrm>
          <a:prstGeom prst="rect">
            <a:avLst/>
          </a:prstGeom>
        </p:spPr>
      </p:pic>
    </p:spTree>
    <p:extLst>
      <p:ext uri="{BB962C8B-B14F-4D97-AF65-F5344CB8AC3E}">
        <p14:creationId xmlns:p14="http://schemas.microsoft.com/office/powerpoint/2010/main" val="370801492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9" name="Text Box 1">
            <a:extLst>
              <a:ext uri="{FF2B5EF4-FFF2-40B4-BE49-F238E27FC236}">
                <a16:creationId xmlns:a16="http://schemas.microsoft.com/office/drawing/2014/main" id="{3D2E15B8-55ED-46E8-BA01-16704C5DE805}"/>
              </a:ext>
            </a:extLst>
          </p:cNvPr>
          <p:cNvSpPr txBox="1">
            <a:spLocks noChangeArrowheads="1"/>
          </p:cNvSpPr>
          <p:nvPr/>
        </p:nvSpPr>
        <p:spPr bwMode="auto">
          <a:xfrm>
            <a:off x="8477250" y="6461125"/>
            <a:ext cx="381000" cy="265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algn="r" eaLnBrk="1" hangingPunct="1">
              <a:spcBef>
                <a:spcPts val="563"/>
              </a:spcBef>
              <a:buClrTx/>
              <a:buFontTx/>
              <a:buNone/>
            </a:pPr>
            <a:fld id="{A4C4D1A4-0089-4AED-9CE3-D7762AA7C9E6}" type="slidenum">
              <a:rPr lang="en-US" altLang="en-US" sz="900" b="1">
                <a:solidFill>
                  <a:srgbClr val="4E84C4"/>
                </a:solidFill>
                <a:latin typeface="Myriad Pro" pitchFamily="32" charset="0"/>
              </a:rPr>
              <a:pPr algn="r" eaLnBrk="1" hangingPunct="1">
                <a:spcBef>
                  <a:spcPts val="563"/>
                </a:spcBef>
                <a:buClrTx/>
                <a:buFontTx/>
                <a:buNone/>
              </a:pPr>
              <a:t>23</a:t>
            </a:fld>
            <a:endParaRPr lang="en-US" altLang="en-US" sz="900" b="1">
              <a:solidFill>
                <a:srgbClr val="4E84C4"/>
              </a:solidFill>
              <a:latin typeface="Myriad Pro" pitchFamily="32" charset="0"/>
            </a:endParaRPr>
          </a:p>
        </p:txBody>
      </p:sp>
      <p:sp>
        <p:nvSpPr>
          <p:cNvPr id="7171" name="Rectangle 3">
            <a:extLst>
              <a:ext uri="{FF2B5EF4-FFF2-40B4-BE49-F238E27FC236}">
                <a16:creationId xmlns:a16="http://schemas.microsoft.com/office/drawing/2014/main" id="{7CF55ACE-C462-4A89-B58D-A593CC4EC317}"/>
              </a:ext>
            </a:extLst>
          </p:cNvPr>
          <p:cNvSpPr>
            <a:spLocks noChangeArrowheads="1"/>
          </p:cNvSpPr>
          <p:nvPr/>
        </p:nvSpPr>
        <p:spPr bwMode="auto">
          <a:xfrm>
            <a:off x="252911" y="193033"/>
            <a:ext cx="7988419" cy="24556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marL="207963" indent="-206375">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1pPr>
            <a:lvl2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2pPr>
            <a:lvl3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3pPr>
            <a:lvl4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4pPr>
            <a:lvl5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9pPr>
          </a:lstStyle>
          <a:p>
            <a:pPr marL="1270" indent="0" algn="just">
              <a:buClrTx/>
            </a:pPr>
            <a:r>
              <a:rPr lang="en-US" sz="2400" b="1" dirty="0">
                <a:latin typeface="Arial"/>
                <a:ea typeface="Microsoft YaHei"/>
                <a:cs typeface="Arial"/>
              </a:rPr>
              <a:t>Ensemble Methods - AdaBoost</a:t>
            </a:r>
            <a:endParaRPr lang="en-US" dirty="0"/>
          </a:p>
          <a:p>
            <a:pPr marL="1270" indent="0" algn="just">
              <a:buClrTx/>
            </a:pPr>
            <a:endParaRPr lang="en-US" sz="2200" dirty="0">
              <a:latin typeface="Arial"/>
              <a:ea typeface="Microsoft YaHei"/>
              <a:cs typeface="Arial"/>
            </a:endParaRPr>
          </a:p>
        </p:txBody>
      </p:sp>
      <p:sp>
        <p:nvSpPr>
          <p:cNvPr id="7172" name="Text Box 4">
            <a:extLst>
              <a:ext uri="{FF2B5EF4-FFF2-40B4-BE49-F238E27FC236}">
                <a16:creationId xmlns:a16="http://schemas.microsoft.com/office/drawing/2014/main" id="{742377C2-0CD7-4AD6-B54B-0712A8AA7D15}"/>
              </a:ext>
            </a:extLst>
          </p:cNvPr>
          <p:cNvSpPr txBox="1">
            <a:spLocks noChangeArrowheads="1"/>
          </p:cNvSpPr>
          <p:nvPr/>
        </p:nvSpPr>
        <p:spPr bwMode="auto">
          <a:xfrm>
            <a:off x="4097338" y="6430963"/>
            <a:ext cx="1039812" cy="276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200">
                <a:solidFill>
                  <a:srgbClr val="0033CC"/>
                </a:solidFill>
                <a:cs typeface="DejaVu Sans" pitchFamily="32" charset="0"/>
              </a:rPr>
              <a:t>TCS Internal</a:t>
            </a:r>
          </a:p>
        </p:txBody>
      </p:sp>
      <p:sp>
        <p:nvSpPr>
          <p:cNvPr id="3" name="Text Box 2">
            <a:extLst>
              <a:ext uri="{FF2B5EF4-FFF2-40B4-BE49-F238E27FC236}">
                <a16:creationId xmlns:a16="http://schemas.microsoft.com/office/drawing/2014/main" id="{2A442144-DF94-47C4-9D57-5E08CEB39645}"/>
              </a:ext>
            </a:extLst>
          </p:cNvPr>
          <p:cNvSpPr txBox="1">
            <a:spLocks noChangeArrowheads="1"/>
          </p:cNvSpPr>
          <p:nvPr/>
        </p:nvSpPr>
        <p:spPr bwMode="auto">
          <a:xfrm>
            <a:off x="342900" y="274638"/>
            <a:ext cx="8442325" cy="595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algn="ctr">
              <a:buClrTx/>
            </a:pPr>
            <a:r>
              <a:rPr lang="en-US" sz="2800" dirty="0">
                <a:solidFill>
                  <a:srgbClr val="4E84C4"/>
                </a:solidFill>
                <a:latin typeface="Myriad Pro"/>
                <a:ea typeface="Microsoft YaHei"/>
                <a:cs typeface="Arial"/>
              </a:rPr>
              <a:t>Machine Learning –  AdaBoost</a:t>
            </a:r>
          </a:p>
        </p:txBody>
      </p:sp>
      <p:pic>
        <p:nvPicPr>
          <p:cNvPr id="4" name="Picture 4" descr="A picture containing bird&#10;&#10;Description generated with very high confidence">
            <a:extLst>
              <a:ext uri="{FF2B5EF4-FFF2-40B4-BE49-F238E27FC236}">
                <a16:creationId xmlns:a16="http://schemas.microsoft.com/office/drawing/2014/main" id="{3CF9D546-F8B5-4E37-943B-C17362F1E217}"/>
              </a:ext>
            </a:extLst>
          </p:cNvPr>
          <p:cNvPicPr>
            <a:picLocks noChangeAspect="1"/>
          </p:cNvPicPr>
          <p:nvPr/>
        </p:nvPicPr>
        <p:blipFill>
          <a:blip r:embed="rId3"/>
          <a:stretch>
            <a:fillRect/>
          </a:stretch>
        </p:blipFill>
        <p:spPr>
          <a:xfrm>
            <a:off x="684362" y="1670708"/>
            <a:ext cx="7804028" cy="4005415"/>
          </a:xfrm>
          <a:prstGeom prst="rect">
            <a:avLst/>
          </a:prstGeom>
        </p:spPr>
      </p:pic>
    </p:spTree>
    <p:extLst>
      <p:ext uri="{BB962C8B-B14F-4D97-AF65-F5344CB8AC3E}">
        <p14:creationId xmlns:p14="http://schemas.microsoft.com/office/powerpoint/2010/main" val="3862110293"/>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9" name="Text Box 1">
            <a:extLst>
              <a:ext uri="{FF2B5EF4-FFF2-40B4-BE49-F238E27FC236}">
                <a16:creationId xmlns:a16="http://schemas.microsoft.com/office/drawing/2014/main" id="{3D2E15B8-55ED-46E8-BA01-16704C5DE805}"/>
              </a:ext>
            </a:extLst>
          </p:cNvPr>
          <p:cNvSpPr txBox="1">
            <a:spLocks noChangeArrowheads="1"/>
          </p:cNvSpPr>
          <p:nvPr/>
        </p:nvSpPr>
        <p:spPr bwMode="auto">
          <a:xfrm>
            <a:off x="8477250" y="6461125"/>
            <a:ext cx="381000" cy="265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algn="r" eaLnBrk="1" hangingPunct="1">
              <a:spcBef>
                <a:spcPts val="563"/>
              </a:spcBef>
              <a:buClrTx/>
              <a:buFontTx/>
              <a:buNone/>
            </a:pPr>
            <a:fld id="{A4C4D1A4-0089-4AED-9CE3-D7762AA7C9E6}" type="slidenum">
              <a:rPr lang="en-US" altLang="en-US" sz="900" b="1">
                <a:solidFill>
                  <a:srgbClr val="4E84C4"/>
                </a:solidFill>
                <a:latin typeface="Myriad Pro" pitchFamily="32" charset="0"/>
              </a:rPr>
              <a:pPr algn="r" eaLnBrk="1" hangingPunct="1">
                <a:spcBef>
                  <a:spcPts val="563"/>
                </a:spcBef>
                <a:buClrTx/>
                <a:buFontTx/>
                <a:buNone/>
              </a:pPr>
              <a:t>24</a:t>
            </a:fld>
            <a:endParaRPr lang="en-US" altLang="en-US" sz="900" b="1">
              <a:solidFill>
                <a:srgbClr val="4E84C4"/>
              </a:solidFill>
              <a:latin typeface="Myriad Pro" pitchFamily="32" charset="0"/>
            </a:endParaRPr>
          </a:p>
        </p:txBody>
      </p:sp>
      <p:sp>
        <p:nvSpPr>
          <p:cNvPr id="7171" name="Rectangle 3">
            <a:extLst>
              <a:ext uri="{FF2B5EF4-FFF2-40B4-BE49-F238E27FC236}">
                <a16:creationId xmlns:a16="http://schemas.microsoft.com/office/drawing/2014/main" id="{7CF55ACE-C462-4A89-B58D-A593CC4EC317}"/>
              </a:ext>
            </a:extLst>
          </p:cNvPr>
          <p:cNvSpPr>
            <a:spLocks noChangeArrowheads="1"/>
          </p:cNvSpPr>
          <p:nvPr/>
        </p:nvSpPr>
        <p:spPr bwMode="auto">
          <a:xfrm>
            <a:off x="252911" y="193033"/>
            <a:ext cx="7988419" cy="24556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marL="207963" indent="-206375">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1pPr>
            <a:lvl2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2pPr>
            <a:lvl3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3pPr>
            <a:lvl4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4pPr>
            <a:lvl5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9pPr>
          </a:lstStyle>
          <a:p>
            <a:pPr marL="1270" indent="0" algn="just">
              <a:buClrTx/>
            </a:pPr>
            <a:r>
              <a:rPr lang="en-US" sz="2400" b="1" dirty="0">
                <a:latin typeface="Arial"/>
                <a:ea typeface="Microsoft YaHei"/>
                <a:cs typeface="Arial"/>
              </a:rPr>
              <a:t>Ensemble Methods - AdaBoost</a:t>
            </a:r>
            <a:endParaRPr lang="en-US" dirty="0"/>
          </a:p>
          <a:p>
            <a:pPr marL="1270" indent="0" algn="just">
              <a:buClrTx/>
            </a:pPr>
            <a:endParaRPr lang="en-US" sz="2200" dirty="0">
              <a:latin typeface="Arial"/>
              <a:ea typeface="Microsoft YaHei"/>
              <a:cs typeface="Arial"/>
            </a:endParaRPr>
          </a:p>
        </p:txBody>
      </p:sp>
      <p:sp>
        <p:nvSpPr>
          <p:cNvPr id="7172" name="Text Box 4">
            <a:extLst>
              <a:ext uri="{FF2B5EF4-FFF2-40B4-BE49-F238E27FC236}">
                <a16:creationId xmlns:a16="http://schemas.microsoft.com/office/drawing/2014/main" id="{742377C2-0CD7-4AD6-B54B-0712A8AA7D15}"/>
              </a:ext>
            </a:extLst>
          </p:cNvPr>
          <p:cNvSpPr txBox="1">
            <a:spLocks noChangeArrowheads="1"/>
          </p:cNvSpPr>
          <p:nvPr/>
        </p:nvSpPr>
        <p:spPr bwMode="auto">
          <a:xfrm>
            <a:off x="4097338" y="6430963"/>
            <a:ext cx="1039812" cy="276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200">
                <a:solidFill>
                  <a:srgbClr val="0033CC"/>
                </a:solidFill>
                <a:cs typeface="DejaVu Sans" pitchFamily="32" charset="0"/>
              </a:rPr>
              <a:t>TCS Internal</a:t>
            </a:r>
          </a:p>
        </p:txBody>
      </p:sp>
      <p:sp>
        <p:nvSpPr>
          <p:cNvPr id="3" name="Text Box 2">
            <a:extLst>
              <a:ext uri="{FF2B5EF4-FFF2-40B4-BE49-F238E27FC236}">
                <a16:creationId xmlns:a16="http://schemas.microsoft.com/office/drawing/2014/main" id="{2A442144-DF94-47C4-9D57-5E08CEB39645}"/>
              </a:ext>
            </a:extLst>
          </p:cNvPr>
          <p:cNvSpPr txBox="1">
            <a:spLocks noChangeArrowheads="1"/>
          </p:cNvSpPr>
          <p:nvPr/>
        </p:nvSpPr>
        <p:spPr bwMode="auto">
          <a:xfrm>
            <a:off x="342900" y="274638"/>
            <a:ext cx="8442325" cy="595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algn="ctr">
              <a:buClrTx/>
            </a:pPr>
            <a:r>
              <a:rPr lang="en-US" sz="2800" dirty="0">
                <a:solidFill>
                  <a:srgbClr val="4E84C4"/>
                </a:solidFill>
                <a:latin typeface="Myriad Pro"/>
                <a:ea typeface="Microsoft YaHei"/>
                <a:cs typeface="Arial"/>
              </a:rPr>
              <a:t>Machine Learning –  AdaBoost</a:t>
            </a:r>
          </a:p>
        </p:txBody>
      </p:sp>
      <p:pic>
        <p:nvPicPr>
          <p:cNvPr id="2" name="Picture 4" descr="A screenshot of a cell phone&#10;&#10;Description generated with very high confidence">
            <a:extLst>
              <a:ext uri="{FF2B5EF4-FFF2-40B4-BE49-F238E27FC236}">
                <a16:creationId xmlns:a16="http://schemas.microsoft.com/office/drawing/2014/main" id="{75A3FC79-DB98-49ED-BC8F-C8B871CDDC53}"/>
              </a:ext>
            </a:extLst>
          </p:cNvPr>
          <p:cNvPicPr>
            <a:picLocks noChangeAspect="1"/>
          </p:cNvPicPr>
          <p:nvPr/>
        </p:nvPicPr>
        <p:blipFill>
          <a:blip r:embed="rId3"/>
          <a:stretch>
            <a:fillRect/>
          </a:stretch>
        </p:blipFill>
        <p:spPr>
          <a:xfrm>
            <a:off x="1331344" y="1710474"/>
            <a:ext cx="6581954" cy="3695843"/>
          </a:xfrm>
          <a:prstGeom prst="rect">
            <a:avLst/>
          </a:prstGeom>
        </p:spPr>
      </p:pic>
    </p:spTree>
    <p:extLst>
      <p:ext uri="{BB962C8B-B14F-4D97-AF65-F5344CB8AC3E}">
        <p14:creationId xmlns:p14="http://schemas.microsoft.com/office/powerpoint/2010/main" val="3536927718"/>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9" name="Text Box 1">
            <a:extLst>
              <a:ext uri="{FF2B5EF4-FFF2-40B4-BE49-F238E27FC236}">
                <a16:creationId xmlns:a16="http://schemas.microsoft.com/office/drawing/2014/main" id="{3D2E15B8-55ED-46E8-BA01-16704C5DE805}"/>
              </a:ext>
            </a:extLst>
          </p:cNvPr>
          <p:cNvSpPr txBox="1">
            <a:spLocks noChangeArrowheads="1"/>
          </p:cNvSpPr>
          <p:nvPr/>
        </p:nvSpPr>
        <p:spPr bwMode="auto">
          <a:xfrm>
            <a:off x="8477250" y="6461125"/>
            <a:ext cx="381000" cy="265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algn="r" eaLnBrk="1" hangingPunct="1">
              <a:spcBef>
                <a:spcPts val="563"/>
              </a:spcBef>
              <a:buClrTx/>
              <a:buFontTx/>
              <a:buNone/>
            </a:pPr>
            <a:fld id="{A4C4D1A4-0089-4AED-9CE3-D7762AA7C9E6}" type="slidenum">
              <a:rPr lang="en-US" altLang="en-US" sz="900" b="1">
                <a:solidFill>
                  <a:srgbClr val="4E84C4"/>
                </a:solidFill>
                <a:latin typeface="Myriad Pro" pitchFamily="32" charset="0"/>
              </a:rPr>
              <a:pPr algn="r" eaLnBrk="1" hangingPunct="1">
                <a:spcBef>
                  <a:spcPts val="563"/>
                </a:spcBef>
                <a:buClrTx/>
                <a:buFontTx/>
                <a:buNone/>
              </a:pPr>
              <a:t>25</a:t>
            </a:fld>
            <a:endParaRPr lang="en-US" altLang="en-US" sz="900" b="1">
              <a:solidFill>
                <a:srgbClr val="4E84C4"/>
              </a:solidFill>
              <a:latin typeface="Myriad Pro" pitchFamily="32" charset="0"/>
            </a:endParaRPr>
          </a:p>
        </p:txBody>
      </p:sp>
      <p:sp>
        <p:nvSpPr>
          <p:cNvPr id="7171" name="Rectangle 3">
            <a:extLst>
              <a:ext uri="{FF2B5EF4-FFF2-40B4-BE49-F238E27FC236}">
                <a16:creationId xmlns:a16="http://schemas.microsoft.com/office/drawing/2014/main" id="{7CF55ACE-C462-4A89-B58D-A593CC4EC317}"/>
              </a:ext>
            </a:extLst>
          </p:cNvPr>
          <p:cNvSpPr>
            <a:spLocks noChangeArrowheads="1"/>
          </p:cNvSpPr>
          <p:nvPr/>
        </p:nvSpPr>
        <p:spPr bwMode="auto">
          <a:xfrm>
            <a:off x="252911" y="193033"/>
            <a:ext cx="7988419" cy="24556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marL="207963" indent="-206375">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1pPr>
            <a:lvl2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2pPr>
            <a:lvl3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3pPr>
            <a:lvl4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4pPr>
            <a:lvl5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9pPr>
          </a:lstStyle>
          <a:p>
            <a:pPr marL="1270" indent="0" algn="just">
              <a:buClrTx/>
            </a:pPr>
            <a:r>
              <a:rPr lang="en-US" sz="2400" b="1" dirty="0">
                <a:latin typeface="Arial"/>
                <a:ea typeface="Microsoft YaHei"/>
                <a:cs typeface="Arial"/>
              </a:rPr>
              <a:t>Ensemble Methods - AdaBoost - Example</a:t>
            </a:r>
            <a:endParaRPr lang="en-US" dirty="0"/>
          </a:p>
          <a:p>
            <a:pPr marL="1270" indent="0" algn="just">
              <a:buClrTx/>
            </a:pPr>
            <a:endParaRPr lang="en-US" sz="2200" dirty="0">
              <a:cs typeface="Arial"/>
            </a:endParaRPr>
          </a:p>
        </p:txBody>
      </p:sp>
      <p:sp>
        <p:nvSpPr>
          <p:cNvPr id="7172" name="Text Box 4">
            <a:extLst>
              <a:ext uri="{FF2B5EF4-FFF2-40B4-BE49-F238E27FC236}">
                <a16:creationId xmlns:a16="http://schemas.microsoft.com/office/drawing/2014/main" id="{742377C2-0CD7-4AD6-B54B-0712A8AA7D15}"/>
              </a:ext>
            </a:extLst>
          </p:cNvPr>
          <p:cNvSpPr txBox="1">
            <a:spLocks noChangeArrowheads="1"/>
          </p:cNvSpPr>
          <p:nvPr/>
        </p:nvSpPr>
        <p:spPr bwMode="auto">
          <a:xfrm>
            <a:off x="4097338" y="6430963"/>
            <a:ext cx="1039812" cy="276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200">
                <a:solidFill>
                  <a:srgbClr val="0033CC"/>
                </a:solidFill>
                <a:cs typeface="DejaVu Sans" pitchFamily="32" charset="0"/>
              </a:rPr>
              <a:t>TCS Internal</a:t>
            </a:r>
          </a:p>
        </p:txBody>
      </p:sp>
      <p:sp>
        <p:nvSpPr>
          <p:cNvPr id="3" name="Text Box 2">
            <a:extLst>
              <a:ext uri="{FF2B5EF4-FFF2-40B4-BE49-F238E27FC236}">
                <a16:creationId xmlns:a16="http://schemas.microsoft.com/office/drawing/2014/main" id="{2A442144-DF94-47C4-9D57-5E08CEB39645}"/>
              </a:ext>
            </a:extLst>
          </p:cNvPr>
          <p:cNvSpPr txBox="1">
            <a:spLocks noChangeArrowheads="1"/>
          </p:cNvSpPr>
          <p:nvPr/>
        </p:nvSpPr>
        <p:spPr bwMode="auto">
          <a:xfrm>
            <a:off x="342900" y="274638"/>
            <a:ext cx="8442325" cy="595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algn="ctr">
              <a:buClrTx/>
            </a:pPr>
            <a:r>
              <a:rPr lang="en-US" sz="2800" dirty="0">
                <a:solidFill>
                  <a:srgbClr val="4E84C4"/>
                </a:solidFill>
                <a:latin typeface="Myriad Pro"/>
                <a:ea typeface="Microsoft YaHei"/>
                <a:cs typeface="Arial"/>
              </a:rPr>
              <a:t>Machine Learning –  AdaBoost</a:t>
            </a:r>
          </a:p>
        </p:txBody>
      </p:sp>
      <p:pic>
        <p:nvPicPr>
          <p:cNvPr id="4" name="Picture 4" descr="A screenshot of a cell phone&#10;&#10;Description generated with high confidence">
            <a:extLst>
              <a:ext uri="{FF2B5EF4-FFF2-40B4-BE49-F238E27FC236}">
                <a16:creationId xmlns:a16="http://schemas.microsoft.com/office/drawing/2014/main" id="{B6BF082C-036D-4E75-AB4C-0BB0110ABB99}"/>
              </a:ext>
            </a:extLst>
          </p:cNvPr>
          <p:cNvPicPr>
            <a:picLocks noChangeAspect="1"/>
          </p:cNvPicPr>
          <p:nvPr/>
        </p:nvPicPr>
        <p:blipFill>
          <a:blip r:embed="rId3"/>
          <a:stretch>
            <a:fillRect/>
          </a:stretch>
        </p:blipFill>
        <p:spPr>
          <a:xfrm>
            <a:off x="339306" y="1485659"/>
            <a:ext cx="2743200" cy="2448947"/>
          </a:xfrm>
          <a:prstGeom prst="rect">
            <a:avLst/>
          </a:prstGeom>
        </p:spPr>
      </p:pic>
      <p:pic>
        <p:nvPicPr>
          <p:cNvPr id="6" name="Picture 6" descr="A screenshot of a cell phone&#10;&#10;Description generated with very high confidence">
            <a:extLst>
              <a:ext uri="{FF2B5EF4-FFF2-40B4-BE49-F238E27FC236}">
                <a16:creationId xmlns:a16="http://schemas.microsoft.com/office/drawing/2014/main" id="{C3718DC3-1F7D-4ACD-A6AB-628CC42938F6}"/>
              </a:ext>
            </a:extLst>
          </p:cNvPr>
          <p:cNvPicPr>
            <a:picLocks noChangeAspect="1"/>
          </p:cNvPicPr>
          <p:nvPr/>
        </p:nvPicPr>
        <p:blipFill>
          <a:blip r:embed="rId4"/>
          <a:stretch>
            <a:fillRect/>
          </a:stretch>
        </p:blipFill>
        <p:spPr>
          <a:xfrm>
            <a:off x="3229155" y="1420329"/>
            <a:ext cx="3922143" cy="2464589"/>
          </a:xfrm>
          <a:prstGeom prst="rect">
            <a:avLst/>
          </a:prstGeom>
        </p:spPr>
      </p:pic>
      <p:pic>
        <p:nvPicPr>
          <p:cNvPr id="8" name="Picture 8" descr="A picture containing clock&#10;&#10;Description generated with very high confidence">
            <a:extLst>
              <a:ext uri="{FF2B5EF4-FFF2-40B4-BE49-F238E27FC236}">
                <a16:creationId xmlns:a16="http://schemas.microsoft.com/office/drawing/2014/main" id="{B679290E-AC8C-48B4-A1B4-345FD301F453}"/>
              </a:ext>
            </a:extLst>
          </p:cNvPr>
          <p:cNvPicPr>
            <a:picLocks noChangeAspect="1"/>
          </p:cNvPicPr>
          <p:nvPr/>
        </p:nvPicPr>
        <p:blipFill>
          <a:blip r:embed="rId5"/>
          <a:stretch>
            <a:fillRect/>
          </a:stretch>
        </p:blipFill>
        <p:spPr>
          <a:xfrm>
            <a:off x="3459192" y="3948349"/>
            <a:ext cx="3462067" cy="2282470"/>
          </a:xfrm>
          <a:prstGeom prst="rect">
            <a:avLst/>
          </a:prstGeom>
        </p:spPr>
      </p:pic>
      <p:sp>
        <p:nvSpPr>
          <p:cNvPr id="10" name="Arrow: Right 9">
            <a:extLst>
              <a:ext uri="{FF2B5EF4-FFF2-40B4-BE49-F238E27FC236}">
                <a16:creationId xmlns:a16="http://schemas.microsoft.com/office/drawing/2014/main" id="{A4128022-8F1A-491E-A565-C8F2DB9136EB}"/>
              </a:ext>
            </a:extLst>
          </p:cNvPr>
          <p:cNvSpPr/>
          <p:nvPr/>
        </p:nvSpPr>
        <p:spPr bwMode="auto">
          <a:xfrm>
            <a:off x="2903852" y="2482193"/>
            <a:ext cx="460824" cy="340859"/>
          </a:xfrm>
          <a:prstGeom prst="rightArrow">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pPr>
            <a:endParaRPr kumimoji="0" lang="en-US" sz="1600" b="0" i="0" u="none" strike="noStrike" cap="none" normalizeH="0" baseline="0">
              <a:ln>
                <a:noFill/>
              </a:ln>
              <a:solidFill>
                <a:schemeClr val="bg1"/>
              </a:solidFill>
              <a:effectLst/>
              <a:latin typeface="Arial" panose="020B0604020202020204" pitchFamily="34" charset="0"/>
              <a:ea typeface="Microsoft YaHei" panose="020B0503020204020204" pitchFamily="34" charset="-122"/>
            </a:endParaRPr>
          </a:p>
        </p:txBody>
      </p:sp>
      <p:sp>
        <p:nvSpPr>
          <p:cNvPr id="14" name="Arrow: Right 13">
            <a:extLst>
              <a:ext uri="{FF2B5EF4-FFF2-40B4-BE49-F238E27FC236}">
                <a16:creationId xmlns:a16="http://schemas.microsoft.com/office/drawing/2014/main" id="{ED203842-4601-4DE0-BF33-7202842D712F}"/>
              </a:ext>
            </a:extLst>
          </p:cNvPr>
          <p:cNvSpPr/>
          <p:nvPr/>
        </p:nvSpPr>
        <p:spPr bwMode="auto">
          <a:xfrm>
            <a:off x="2774455" y="4681928"/>
            <a:ext cx="460824" cy="340859"/>
          </a:xfrm>
          <a:prstGeom prst="rightArrow">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pPr>
            <a:endParaRPr kumimoji="0" lang="en-US" sz="1600" b="0" i="0" u="none" strike="noStrike" cap="none" normalizeH="0" baseline="0">
              <a:ln>
                <a:noFill/>
              </a:ln>
              <a:solidFill>
                <a:schemeClr val="bg1"/>
              </a:solidFill>
              <a:effectLst/>
              <a:latin typeface="Arial" panose="020B0604020202020204" pitchFamily="34" charset="0"/>
              <a:ea typeface="Microsoft YaHei" panose="020B0503020204020204" pitchFamily="34" charset="-122"/>
            </a:endParaRPr>
          </a:p>
        </p:txBody>
      </p:sp>
    </p:spTree>
    <p:extLst>
      <p:ext uri="{BB962C8B-B14F-4D97-AF65-F5344CB8AC3E}">
        <p14:creationId xmlns:p14="http://schemas.microsoft.com/office/powerpoint/2010/main" val="74803959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9" name="Text Box 1">
            <a:extLst>
              <a:ext uri="{FF2B5EF4-FFF2-40B4-BE49-F238E27FC236}">
                <a16:creationId xmlns:a16="http://schemas.microsoft.com/office/drawing/2014/main" id="{3D2E15B8-55ED-46E8-BA01-16704C5DE805}"/>
              </a:ext>
            </a:extLst>
          </p:cNvPr>
          <p:cNvSpPr txBox="1">
            <a:spLocks noChangeArrowheads="1"/>
          </p:cNvSpPr>
          <p:nvPr/>
        </p:nvSpPr>
        <p:spPr bwMode="auto">
          <a:xfrm>
            <a:off x="8477250" y="6461125"/>
            <a:ext cx="381000" cy="265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algn="r" eaLnBrk="1" hangingPunct="1">
              <a:spcBef>
                <a:spcPts val="563"/>
              </a:spcBef>
              <a:buClrTx/>
              <a:buFontTx/>
              <a:buNone/>
            </a:pPr>
            <a:fld id="{A4C4D1A4-0089-4AED-9CE3-D7762AA7C9E6}" type="slidenum">
              <a:rPr lang="en-US" altLang="en-US" sz="900" b="1">
                <a:solidFill>
                  <a:srgbClr val="4E84C4"/>
                </a:solidFill>
                <a:latin typeface="Myriad Pro" pitchFamily="32" charset="0"/>
              </a:rPr>
              <a:pPr algn="r" eaLnBrk="1" hangingPunct="1">
                <a:spcBef>
                  <a:spcPts val="563"/>
                </a:spcBef>
                <a:buClrTx/>
                <a:buFontTx/>
                <a:buNone/>
              </a:pPr>
              <a:t>26</a:t>
            </a:fld>
            <a:endParaRPr lang="en-US" altLang="en-US" sz="900" b="1">
              <a:solidFill>
                <a:srgbClr val="4E84C4"/>
              </a:solidFill>
              <a:latin typeface="Myriad Pro" pitchFamily="32" charset="0"/>
            </a:endParaRPr>
          </a:p>
        </p:txBody>
      </p:sp>
      <p:sp>
        <p:nvSpPr>
          <p:cNvPr id="7171" name="Rectangle 3">
            <a:extLst>
              <a:ext uri="{FF2B5EF4-FFF2-40B4-BE49-F238E27FC236}">
                <a16:creationId xmlns:a16="http://schemas.microsoft.com/office/drawing/2014/main" id="{7CF55ACE-C462-4A89-B58D-A593CC4EC317}"/>
              </a:ext>
            </a:extLst>
          </p:cNvPr>
          <p:cNvSpPr>
            <a:spLocks noChangeArrowheads="1"/>
          </p:cNvSpPr>
          <p:nvPr/>
        </p:nvSpPr>
        <p:spPr bwMode="auto">
          <a:xfrm>
            <a:off x="252911" y="193033"/>
            <a:ext cx="7988419" cy="24556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marL="207963" indent="-206375">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1pPr>
            <a:lvl2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2pPr>
            <a:lvl3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3pPr>
            <a:lvl4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4pPr>
            <a:lvl5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9pPr>
          </a:lstStyle>
          <a:p>
            <a:pPr marL="1270" indent="0" algn="just">
              <a:buClrTx/>
            </a:pPr>
            <a:r>
              <a:rPr lang="en-US" sz="2400" b="1" dirty="0">
                <a:latin typeface="Arial"/>
                <a:ea typeface="Microsoft YaHei"/>
                <a:cs typeface="Arial"/>
              </a:rPr>
              <a:t>Ensemble Methods - AdaBoost - Example</a:t>
            </a:r>
            <a:endParaRPr lang="en-US" dirty="0"/>
          </a:p>
          <a:p>
            <a:pPr marL="1270" indent="0" algn="just">
              <a:buClrTx/>
            </a:pPr>
            <a:endParaRPr lang="en-US" sz="2200" dirty="0">
              <a:cs typeface="Arial"/>
            </a:endParaRPr>
          </a:p>
        </p:txBody>
      </p:sp>
      <p:sp>
        <p:nvSpPr>
          <p:cNvPr id="7172" name="Text Box 4">
            <a:extLst>
              <a:ext uri="{FF2B5EF4-FFF2-40B4-BE49-F238E27FC236}">
                <a16:creationId xmlns:a16="http://schemas.microsoft.com/office/drawing/2014/main" id="{742377C2-0CD7-4AD6-B54B-0712A8AA7D15}"/>
              </a:ext>
            </a:extLst>
          </p:cNvPr>
          <p:cNvSpPr txBox="1">
            <a:spLocks noChangeArrowheads="1"/>
          </p:cNvSpPr>
          <p:nvPr/>
        </p:nvSpPr>
        <p:spPr bwMode="auto">
          <a:xfrm>
            <a:off x="4097338" y="6430963"/>
            <a:ext cx="1039812" cy="276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200">
                <a:solidFill>
                  <a:srgbClr val="0033CC"/>
                </a:solidFill>
                <a:cs typeface="DejaVu Sans" pitchFamily="32" charset="0"/>
              </a:rPr>
              <a:t>TCS Internal</a:t>
            </a:r>
          </a:p>
        </p:txBody>
      </p:sp>
      <p:sp>
        <p:nvSpPr>
          <p:cNvPr id="3" name="Text Box 2">
            <a:extLst>
              <a:ext uri="{FF2B5EF4-FFF2-40B4-BE49-F238E27FC236}">
                <a16:creationId xmlns:a16="http://schemas.microsoft.com/office/drawing/2014/main" id="{2A442144-DF94-47C4-9D57-5E08CEB39645}"/>
              </a:ext>
            </a:extLst>
          </p:cNvPr>
          <p:cNvSpPr txBox="1">
            <a:spLocks noChangeArrowheads="1"/>
          </p:cNvSpPr>
          <p:nvPr/>
        </p:nvSpPr>
        <p:spPr bwMode="auto">
          <a:xfrm>
            <a:off x="342900" y="274638"/>
            <a:ext cx="8442325" cy="595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algn="ctr">
              <a:buClrTx/>
            </a:pPr>
            <a:r>
              <a:rPr lang="en-US" sz="2800" dirty="0">
                <a:solidFill>
                  <a:srgbClr val="4E84C4"/>
                </a:solidFill>
                <a:latin typeface="Myriad Pro"/>
                <a:ea typeface="Microsoft YaHei"/>
                <a:cs typeface="Arial"/>
              </a:rPr>
              <a:t>Machine Learning –  AdaBoost</a:t>
            </a:r>
          </a:p>
        </p:txBody>
      </p:sp>
      <p:sp>
        <p:nvSpPr>
          <p:cNvPr id="10" name="Arrow: Right 9">
            <a:extLst>
              <a:ext uri="{FF2B5EF4-FFF2-40B4-BE49-F238E27FC236}">
                <a16:creationId xmlns:a16="http://schemas.microsoft.com/office/drawing/2014/main" id="{A4128022-8F1A-491E-A565-C8F2DB9136EB}"/>
              </a:ext>
            </a:extLst>
          </p:cNvPr>
          <p:cNvSpPr/>
          <p:nvPr/>
        </p:nvSpPr>
        <p:spPr bwMode="auto">
          <a:xfrm>
            <a:off x="790380" y="2539702"/>
            <a:ext cx="460824" cy="340859"/>
          </a:xfrm>
          <a:prstGeom prst="rightArrow">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pPr>
            <a:endParaRPr kumimoji="0" lang="en-US" sz="1600" b="0" i="0" u="none" strike="noStrike" cap="none" normalizeH="0" baseline="0">
              <a:ln>
                <a:noFill/>
              </a:ln>
              <a:solidFill>
                <a:schemeClr val="bg1"/>
              </a:solidFill>
              <a:effectLst/>
              <a:latin typeface="Arial" panose="020B0604020202020204" pitchFamily="34" charset="0"/>
              <a:ea typeface="Microsoft YaHei" panose="020B0503020204020204" pitchFamily="34" charset="-122"/>
            </a:endParaRPr>
          </a:p>
        </p:txBody>
      </p:sp>
      <p:sp>
        <p:nvSpPr>
          <p:cNvPr id="14" name="Arrow: Right 13">
            <a:extLst>
              <a:ext uri="{FF2B5EF4-FFF2-40B4-BE49-F238E27FC236}">
                <a16:creationId xmlns:a16="http://schemas.microsoft.com/office/drawing/2014/main" id="{ED203842-4601-4DE0-BF33-7202842D712F}"/>
              </a:ext>
            </a:extLst>
          </p:cNvPr>
          <p:cNvSpPr/>
          <p:nvPr/>
        </p:nvSpPr>
        <p:spPr bwMode="auto">
          <a:xfrm>
            <a:off x="3780870" y="2625966"/>
            <a:ext cx="460824" cy="340859"/>
          </a:xfrm>
          <a:prstGeom prst="rightArrow">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pPr>
            <a:endParaRPr kumimoji="0" lang="en-US" sz="1600" b="0" i="0" u="none" strike="noStrike" cap="none" normalizeH="0" baseline="0">
              <a:ln>
                <a:noFill/>
              </a:ln>
              <a:solidFill>
                <a:schemeClr val="bg1"/>
              </a:solidFill>
              <a:effectLst/>
              <a:latin typeface="Arial" panose="020B0604020202020204" pitchFamily="34" charset="0"/>
              <a:ea typeface="Microsoft YaHei" panose="020B0503020204020204" pitchFamily="34" charset="-122"/>
            </a:endParaRPr>
          </a:p>
        </p:txBody>
      </p:sp>
      <p:pic>
        <p:nvPicPr>
          <p:cNvPr id="2" name="Picture 4" descr="A picture containing clock&#10;&#10;Description generated with very high confidence">
            <a:extLst>
              <a:ext uri="{FF2B5EF4-FFF2-40B4-BE49-F238E27FC236}">
                <a16:creationId xmlns:a16="http://schemas.microsoft.com/office/drawing/2014/main" id="{4C8F6CAC-6A1A-4C25-929D-77E550C5A7D0}"/>
              </a:ext>
            </a:extLst>
          </p:cNvPr>
          <p:cNvPicPr>
            <a:picLocks noChangeAspect="1"/>
          </p:cNvPicPr>
          <p:nvPr/>
        </p:nvPicPr>
        <p:blipFill>
          <a:blip r:embed="rId3"/>
          <a:stretch>
            <a:fillRect/>
          </a:stretch>
        </p:blipFill>
        <p:spPr>
          <a:xfrm>
            <a:off x="1661483" y="1665707"/>
            <a:ext cx="2140430" cy="2620813"/>
          </a:xfrm>
          <a:prstGeom prst="rect">
            <a:avLst/>
          </a:prstGeom>
        </p:spPr>
      </p:pic>
      <p:pic>
        <p:nvPicPr>
          <p:cNvPr id="7" name="Picture 8" descr="A close up of a logo&#10;&#10;Description generated with high confidence">
            <a:extLst>
              <a:ext uri="{FF2B5EF4-FFF2-40B4-BE49-F238E27FC236}">
                <a16:creationId xmlns:a16="http://schemas.microsoft.com/office/drawing/2014/main" id="{FDE4FBAF-38F2-4C34-B4F1-288A6B50D08F}"/>
              </a:ext>
            </a:extLst>
          </p:cNvPr>
          <p:cNvPicPr>
            <a:picLocks noChangeAspect="1"/>
          </p:cNvPicPr>
          <p:nvPr/>
        </p:nvPicPr>
        <p:blipFill>
          <a:blip r:embed="rId4"/>
          <a:stretch>
            <a:fillRect/>
          </a:stretch>
        </p:blipFill>
        <p:spPr>
          <a:xfrm>
            <a:off x="4350589" y="1575977"/>
            <a:ext cx="4612257" cy="2455215"/>
          </a:xfrm>
          <a:prstGeom prst="rect">
            <a:avLst/>
          </a:prstGeom>
        </p:spPr>
      </p:pic>
    </p:spTree>
    <p:extLst>
      <p:ext uri="{BB962C8B-B14F-4D97-AF65-F5344CB8AC3E}">
        <p14:creationId xmlns:p14="http://schemas.microsoft.com/office/powerpoint/2010/main" val="59596248"/>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9" name="Text Box 1">
            <a:extLst>
              <a:ext uri="{FF2B5EF4-FFF2-40B4-BE49-F238E27FC236}">
                <a16:creationId xmlns:a16="http://schemas.microsoft.com/office/drawing/2014/main" id="{3D2E15B8-55ED-46E8-BA01-16704C5DE805}"/>
              </a:ext>
            </a:extLst>
          </p:cNvPr>
          <p:cNvSpPr txBox="1">
            <a:spLocks noChangeArrowheads="1"/>
          </p:cNvSpPr>
          <p:nvPr/>
        </p:nvSpPr>
        <p:spPr bwMode="auto">
          <a:xfrm>
            <a:off x="8477250" y="6461125"/>
            <a:ext cx="381000" cy="265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algn="r" eaLnBrk="1" hangingPunct="1">
              <a:spcBef>
                <a:spcPts val="563"/>
              </a:spcBef>
              <a:buClrTx/>
              <a:buFontTx/>
              <a:buNone/>
            </a:pPr>
            <a:fld id="{A4C4D1A4-0089-4AED-9CE3-D7762AA7C9E6}" type="slidenum">
              <a:rPr lang="en-US" altLang="en-US" sz="900" b="1">
                <a:solidFill>
                  <a:srgbClr val="4E84C4"/>
                </a:solidFill>
                <a:latin typeface="Myriad Pro" pitchFamily="32" charset="0"/>
              </a:rPr>
              <a:pPr algn="r" eaLnBrk="1" hangingPunct="1">
                <a:spcBef>
                  <a:spcPts val="563"/>
                </a:spcBef>
                <a:buClrTx/>
                <a:buFontTx/>
                <a:buNone/>
              </a:pPr>
              <a:t>27</a:t>
            </a:fld>
            <a:endParaRPr lang="en-US" altLang="en-US" sz="900" b="1">
              <a:solidFill>
                <a:srgbClr val="4E84C4"/>
              </a:solidFill>
              <a:latin typeface="Myriad Pro" pitchFamily="32" charset="0"/>
            </a:endParaRPr>
          </a:p>
        </p:txBody>
      </p:sp>
      <p:sp>
        <p:nvSpPr>
          <p:cNvPr id="7171" name="Rectangle 3">
            <a:extLst>
              <a:ext uri="{FF2B5EF4-FFF2-40B4-BE49-F238E27FC236}">
                <a16:creationId xmlns:a16="http://schemas.microsoft.com/office/drawing/2014/main" id="{7CF55ACE-C462-4A89-B58D-A593CC4EC317}"/>
              </a:ext>
            </a:extLst>
          </p:cNvPr>
          <p:cNvSpPr>
            <a:spLocks noChangeArrowheads="1"/>
          </p:cNvSpPr>
          <p:nvPr/>
        </p:nvSpPr>
        <p:spPr bwMode="auto">
          <a:xfrm>
            <a:off x="497326" y="1616391"/>
            <a:ext cx="7988419" cy="27575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marL="207963" indent="-206375">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1pPr>
            <a:lvl2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2pPr>
            <a:lvl3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3pPr>
            <a:lvl4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4pPr>
            <a:lvl5pPr>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207963" algn="l"/>
                <a:tab pos="665163" algn="l"/>
                <a:tab pos="1122363" algn="l"/>
                <a:tab pos="1579563" algn="l"/>
                <a:tab pos="2036763" algn="l"/>
                <a:tab pos="2493963" algn="l"/>
                <a:tab pos="2951163" algn="l"/>
                <a:tab pos="3408363" algn="l"/>
                <a:tab pos="3865563" algn="l"/>
                <a:tab pos="4322763" algn="l"/>
                <a:tab pos="4779963" algn="l"/>
                <a:tab pos="5237163" algn="l"/>
                <a:tab pos="5694363" algn="l"/>
                <a:tab pos="6151563" algn="l"/>
                <a:tab pos="6608763" algn="l"/>
                <a:tab pos="7065963" algn="l"/>
                <a:tab pos="7523163" algn="l"/>
                <a:tab pos="7980363" algn="l"/>
                <a:tab pos="8437563" algn="l"/>
                <a:tab pos="8894763" algn="l"/>
                <a:tab pos="9351963" algn="l"/>
              </a:tabLst>
              <a:defRPr sz="1600">
                <a:solidFill>
                  <a:srgbClr val="000000"/>
                </a:solidFill>
                <a:latin typeface="Arial" panose="020B0604020202020204" pitchFamily="34" charset="0"/>
                <a:ea typeface="Microsoft YaHei" panose="020B0503020204020204" pitchFamily="34" charset="-122"/>
              </a:defRPr>
            </a:lvl9pPr>
          </a:lstStyle>
          <a:p>
            <a:pPr marL="1270" indent="0" algn="just">
              <a:buClrTx/>
            </a:pPr>
            <a:r>
              <a:rPr lang="en-US" sz="2400" b="1" dirty="0">
                <a:latin typeface="Arial"/>
                <a:ea typeface="Microsoft YaHei"/>
                <a:cs typeface="Arial"/>
              </a:rPr>
              <a:t>Ensemble Methods - AdaBoost – Example</a:t>
            </a:r>
          </a:p>
          <a:p>
            <a:pPr marL="1270" indent="0" algn="just">
              <a:buClrTx/>
            </a:pPr>
            <a:r>
              <a:rPr lang="en-US" sz="2400" dirty="0">
                <a:latin typeface="Arial"/>
                <a:ea typeface="Microsoft YaHei"/>
                <a:cs typeface="Arial"/>
              </a:rPr>
              <a:t>Census Income dataset</a:t>
            </a:r>
          </a:p>
          <a:p>
            <a:pPr marL="1270" indent="0" algn="just">
              <a:buClrTx/>
            </a:pPr>
            <a:endParaRPr lang="en-US" sz="2400" dirty="0">
              <a:latin typeface="Arial"/>
              <a:ea typeface="Microsoft YaHei"/>
              <a:cs typeface="Arial"/>
            </a:endParaRPr>
          </a:p>
          <a:p>
            <a:pPr marL="207645" algn="just">
              <a:buClrTx/>
            </a:pPr>
            <a:endParaRPr lang="en-US" sz="1800" dirty="0">
              <a:solidFill>
                <a:schemeClr val="accent6">
                  <a:lumMod val="75000"/>
                </a:schemeClr>
              </a:solidFill>
              <a:latin typeface="Candara"/>
              <a:ea typeface="Microsoft YaHei"/>
              <a:cs typeface="Arial"/>
            </a:endParaRPr>
          </a:p>
          <a:p>
            <a:pPr marL="207645" algn="just">
              <a:buClrTx/>
            </a:pPr>
            <a:r>
              <a:rPr lang="en-US" sz="1800" dirty="0">
                <a:solidFill>
                  <a:schemeClr val="accent6">
                    <a:lumMod val="75000"/>
                  </a:schemeClr>
                </a:solidFill>
                <a:latin typeface="Candara"/>
                <a:ea typeface="Microsoft YaHei"/>
                <a:cs typeface="Arial"/>
              </a:rPr>
              <a:t>from </a:t>
            </a:r>
            <a:r>
              <a:rPr lang="en-US" sz="1800" dirty="0" err="1">
                <a:solidFill>
                  <a:schemeClr val="accent6">
                    <a:lumMod val="75000"/>
                  </a:schemeClr>
                </a:solidFill>
                <a:latin typeface="Candara"/>
                <a:ea typeface="Microsoft YaHei"/>
                <a:cs typeface="Arial"/>
              </a:rPr>
              <a:t>sklearn.ensemble</a:t>
            </a:r>
            <a:r>
              <a:rPr lang="en-US" sz="1800" dirty="0">
                <a:solidFill>
                  <a:schemeClr val="accent6">
                    <a:lumMod val="75000"/>
                  </a:schemeClr>
                </a:solidFill>
                <a:latin typeface="Candara"/>
                <a:ea typeface="Microsoft YaHei"/>
                <a:cs typeface="Arial"/>
              </a:rPr>
              <a:t> import </a:t>
            </a:r>
            <a:r>
              <a:rPr lang="en-US" sz="1800" dirty="0" err="1">
                <a:solidFill>
                  <a:schemeClr val="accent6">
                    <a:lumMod val="75000"/>
                  </a:schemeClr>
                </a:solidFill>
                <a:latin typeface="Candara"/>
                <a:ea typeface="Microsoft YaHei"/>
                <a:cs typeface="Arial"/>
              </a:rPr>
              <a:t>AdaBoostClassifier</a:t>
            </a:r>
            <a:endParaRPr lang="en-US" sz="1800" dirty="0">
              <a:solidFill>
                <a:schemeClr val="accent6">
                  <a:lumMod val="75000"/>
                </a:schemeClr>
              </a:solidFill>
              <a:latin typeface="Candara"/>
              <a:ea typeface="Microsoft YaHei"/>
              <a:cs typeface="Arial"/>
            </a:endParaRPr>
          </a:p>
          <a:p>
            <a:pPr marL="207645" algn="just">
              <a:buClrTx/>
            </a:pPr>
            <a:r>
              <a:rPr lang="en-US" sz="1800" dirty="0" err="1">
                <a:solidFill>
                  <a:schemeClr val="accent6">
                    <a:lumMod val="75000"/>
                  </a:schemeClr>
                </a:solidFill>
                <a:latin typeface="Candara"/>
                <a:ea typeface="Microsoft YaHei"/>
                <a:cs typeface="Arial"/>
              </a:rPr>
              <a:t>Adboost</a:t>
            </a:r>
            <a:r>
              <a:rPr lang="en-US" sz="1800" dirty="0">
                <a:solidFill>
                  <a:schemeClr val="accent6">
                    <a:lumMod val="75000"/>
                  </a:schemeClr>
                </a:solidFill>
                <a:latin typeface="Candara"/>
                <a:ea typeface="Microsoft YaHei"/>
                <a:cs typeface="Arial"/>
              </a:rPr>
              <a:t> = </a:t>
            </a:r>
            <a:r>
              <a:rPr lang="en-US" sz="1800" dirty="0" err="1">
                <a:solidFill>
                  <a:schemeClr val="accent6">
                    <a:lumMod val="75000"/>
                  </a:schemeClr>
                </a:solidFill>
                <a:latin typeface="Candara"/>
                <a:ea typeface="Microsoft YaHei"/>
                <a:cs typeface="Arial"/>
              </a:rPr>
              <a:t>AdaBoostClassifier</a:t>
            </a:r>
            <a:r>
              <a:rPr lang="en-US" sz="1800" dirty="0">
                <a:solidFill>
                  <a:schemeClr val="accent6">
                    <a:lumMod val="75000"/>
                  </a:schemeClr>
                </a:solidFill>
                <a:latin typeface="Candara"/>
                <a:ea typeface="Microsoft YaHei"/>
                <a:cs typeface="Arial"/>
              </a:rPr>
              <a:t>(</a:t>
            </a:r>
            <a:r>
              <a:rPr lang="en-US" sz="1800" dirty="0" err="1">
                <a:solidFill>
                  <a:schemeClr val="accent6">
                    <a:lumMod val="75000"/>
                  </a:schemeClr>
                </a:solidFill>
                <a:latin typeface="Candara"/>
                <a:ea typeface="Microsoft YaHei"/>
                <a:cs typeface="Arial"/>
              </a:rPr>
              <a:t>n_estimators</a:t>
            </a:r>
            <a:r>
              <a:rPr lang="en-US" sz="1800" dirty="0">
                <a:solidFill>
                  <a:schemeClr val="accent6">
                    <a:lumMod val="75000"/>
                  </a:schemeClr>
                </a:solidFill>
                <a:latin typeface="Candara"/>
                <a:ea typeface="Microsoft YaHei"/>
                <a:cs typeface="Arial"/>
              </a:rPr>
              <a:t>=100, </a:t>
            </a:r>
            <a:r>
              <a:rPr lang="en-US" sz="1800" dirty="0" err="1">
                <a:solidFill>
                  <a:schemeClr val="accent6">
                    <a:lumMod val="75000"/>
                  </a:schemeClr>
                </a:solidFill>
                <a:latin typeface="Candara"/>
                <a:ea typeface="Microsoft YaHei"/>
                <a:cs typeface="Arial"/>
              </a:rPr>
              <a:t>random_state</a:t>
            </a:r>
            <a:r>
              <a:rPr lang="en-US" sz="1800" dirty="0">
                <a:solidFill>
                  <a:schemeClr val="accent6">
                    <a:lumMod val="75000"/>
                  </a:schemeClr>
                </a:solidFill>
                <a:latin typeface="Candara"/>
                <a:ea typeface="Microsoft YaHei"/>
                <a:cs typeface="Arial"/>
              </a:rPr>
              <a:t>=0)</a:t>
            </a:r>
          </a:p>
          <a:p>
            <a:pPr marL="207645" algn="just">
              <a:buClrTx/>
            </a:pPr>
            <a:r>
              <a:rPr lang="en-US" sz="1800" dirty="0" err="1">
                <a:solidFill>
                  <a:schemeClr val="accent6">
                    <a:lumMod val="75000"/>
                  </a:schemeClr>
                </a:solidFill>
                <a:latin typeface="Candara"/>
                <a:ea typeface="Microsoft YaHei"/>
                <a:cs typeface="Arial"/>
              </a:rPr>
              <a:t>Adboost.fit</a:t>
            </a:r>
            <a:r>
              <a:rPr lang="en-US" sz="1800" dirty="0">
                <a:solidFill>
                  <a:schemeClr val="accent6">
                    <a:lumMod val="75000"/>
                  </a:schemeClr>
                </a:solidFill>
                <a:latin typeface="Candara"/>
                <a:ea typeface="Microsoft YaHei"/>
                <a:cs typeface="Arial"/>
              </a:rPr>
              <a:t>(</a:t>
            </a:r>
            <a:r>
              <a:rPr lang="en-US" sz="1800" dirty="0" err="1">
                <a:solidFill>
                  <a:schemeClr val="accent6">
                    <a:lumMod val="75000"/>
                  </a:schemeClr>
                </a:solidFill>
                <a:latin typeface="Candara"/>
                <a:ea typeface="Microsoft YaHei"/>
                <a:cs typeface="Arial"/>
              </a:rPr>
              <a:t>X_train</a:t>
            </a:r>
            <a:r>
              <a:rPr lang="en-US" sz="1800" dirty="0">
                <a:solidFill>
                  <a:schemeClr val="accent6">
                    <a:lumMod val="75000"/>
                  </a:schemeClr>
                </a:solidFill>
                <a:latin typeface="Candara"/>
                <a:ea typeface="Microsoft YaHei"/>
                <a:cs typeface="Arial"/>
              </a:rPr>
              <a:t>, </a:t>
            </a:r>
            <a:r>
              <a:rPr lang="en-US" sz="1800" dirty="0" err="1">
                <a:solidFill>
                  <a:schemeClr val="accent6">
                    <a:lumMod val="75000"/>
                  </a:schemeClr>
                </a:solidFill>
                <a:latin typeface="Candara"/>
                <a:ea typeface="Microsoft YaHei"/>
                <a:cs typeface="Arial"/>
              </a:rPr>
              <a:t>y_train</a:t>
            </a:r>
            <a:r>
              <a:rPr lang="en-US" sz="1800" dirty="0">
                <a:solidFill>
                  <a:schemeClr val="accent6">
                    <a:lumMod val="75000"/>
                  </a:schemeClr>
                </a:solidFill>
                <a:latin typeface="Candara"/>
                <a:ea typeface="Microsoft YaHei"/>
                <a:cs typeface="Arial"/>
              </a:rPr>
              <a:t>)</a:t>
            </a:r>
          </a:p>
          <a:p>
            <a:pPr marL="207645" algn="just">
              <a:buClrTx/>
            </a:pPr>
            <a:r>
              <a:rPr lang="en-US" sz="1800" b="1" dirty="0" err="1">
                <a:solidFill>
                  <a:schemeClr val="accent6">
                    <a:lumMod val="75000"/>
                  </a:schemeClr>
                </a:solidFill>
                <a:latin typeface="Candara"/>
                <a:ea typeface="Microsoft YaHei"/>
                <a:cs typeface="Arial"/>
              </a:rPr>
              <a:t>AdaBoostClassifier</a:t>
            </a:r>
            <a:r>
              <a:rPr lang="en-US" sz="1800" b="1" dirty="0">
                <a:solidFill>
                  <a:schemeClr val="accent6">
                    <a:lumMod val="75000"/>
                  </a:schemeClr>
                </a:solidFill>
                <a:latin typeface="Candara"/>
                <a:ea typeface="Microsoft YaHei"/>
                <a:cs typeface="Arial"/>
              </a:rPr>
              <a:t>(algorithm='SAMME.R', </a:t>
            </a:r>
            <a:r>
              <a:rPr lang="en-US" sz="1800" b="1" dirty="0" err="1">
                <a:solidFill>
                  <a:schemeClr val="accent6">
                    <a:lumMod val="75000"/>
                  </a:schemeClr>
                </a:solidFill>
                <a:latin typeface="Candara"/>
                <a:ea typeface="Microsoft YaHei"/>
                <a:cs typeface="Arial"/>
              </a:rPr>
              <a:t>base_estimator</a:t>
            </a:r>
            <a:r>
              <a:rPr lang="en-US" sz="1800" b="1" dirty="0">
                <a:solidFill>
                  <a:schemeClr val="accent6">
                    <a:lumMod val="75000"/>
                  </a:schemeClr>
                </a:solidFill>
                <a:latin typeface="Candara"/>
                <a:ea typeface="Microsoft YaHei"/>
                <a:cs typeface="Arial"/>
              </a:rPr>
              <a:t>=None, </a:t>
            </a:r>
            <a:r>
              <a:rPr lang="en-US" sz="1800" b="1" dirty="0" err="1">
                <a:solidFill>
                  <a:schemeClr val="accent6">
                    <a:lumMod val="75000"/>
                  </a:schemeClr>
                </a:solidFill>
                <a:latin typeface="Candara"/>
                <a:ea typeface="Microsoft YaHei"/>
                <a:cs typeface="Arial"/>
              </a:rPr>
              <a:t>learning_rate</a:t>
            </a:r>
            <a:r>
              <a:rPr lang="en-US" sz="1800" b="1" dirty="0">
                <a:solidFill>
                  <a:schemeClr val="accent6">
                    <a:lumMod val="75000"/>
                  </a:schemeClr>
                </a:solidFill>
                <a:latin typeface="Candara"/>
                <a:ea typeface="Microsoft YaHei"/>
                <a:cs typeface="Arial"/>
              </a:rPr>
              <a:t>=1.0, </a:t>
            </a:r>
            <a:r>
              <a:rPr lang="en-US" sz="1800" b="1" dirty="0" err="1">
                <a:solidFill>
                  <a:schemeClr val="accent6">
                    <a:lumMod val="75000"/>
                  </a:schemeClr>
                </a:solidFill>
                <a:latin typeface="Candara"/>
                <a:ea typeface="Microsoft YaHei"/>
                <a:cs typeface="Arial"/>
              </a:rPr>
              <a:t>n_estimators</a:t>
            </a:r>
            <a:r>
              <a:rPr lang="en-US" sz="1800" b="1" dirty="0">
                <a:solidFill>
                  <a:schemeClr val="accent6">
                    <a:lumMod val="75000"/>
                  </a:schemeClr>
                </a:solidFill>
                <a:latin typeface="Candara"/>
                <a:ea typeface="Microsoft YaHei"/>
                <a:cs typeface="Arial"/>
              </a:rPr>
              <a:t>=100, </a:t>
            </a:r>
            <a:r>
              <a:rPr lang="en-US" sz="1800" b="1" dirty="0" err="1">
                <a:solidFill>
                  <a:schemeClr val="accent6">
                    <a:lumMod val="75000"/>
                  </a:schemeClr>
                </a:solidFill>
                <a:latin typeface="Candara"/>
                <a:ea typeface="Microsoft YaHei"/>
                <a:cs typeface="Arial"/>
              </a:rPr>
              <a:t>random_state</a:t>
            </a:r>
            <a:r>
              <a:rPr lang="en-US" sz="1800" b="1" dirty="0">
                <a:solidFill>
                  <a:schemeClr val="accent6">
                    <a:lumMod val="75000"/>
                  </a:schemeClr>
                </a:solidFill>
                <a:latin typeface="Candara"/>
                <a:ea typeface="Microsoft YaHei"/>
                <a:cs typeface="Arial"/>
              </a:rPr>
              <a:t>=0)</a:t>
            </a:r>
            <a:endParaRPr lang="en-US" b="1">
              <a:solidFill>
                <a:schemeClr val="accent6">
                  <a:lumMod val="75000"/>
                </a:schemeClr>
              </a:solidFill>
              <a:cs typeface="Arial"/>
            </a:endParaRPr>
          </a:p>
          <a:p>
            <a:pPr marL="207645" algn="just">
              <a:buClrTx/>
            </a:pPr>
            <a:r>
              <a:rPr lang="en-US" sz="1800" dirty="0">
                <a:solidFill>
                  <a:schemeClr val="accent6">
                    <a:lumMod val="75000"/>
                  </a:schemeClr>
                </a:solidFill>
                <a:latin typeface="Candara"/>
                <a:ea typeface="Microsoft YaHei"/>
                <a:cs typeface="Arial"/>
              </a:rPr>
              <a:t>print("Accuracy of AdaBoost algorithm = ", </a:t>
            </a:r>
            <a:r>
              <a:rPr lang="en-US" sz="1800" dirty="0" err="1">
                <a:solidFill>
                  <a:schemeClr val="accent6">
                    <a:lumMod val="75000"/>
                  </a:schemeClr>
                </a:solidFill>
                <a:latin typeface="Candara"/>
                <a:ea typeface="Microsoft YaHei"/>
                <a:cs typeface="Arial"/>
              </a:rPr>
              <a:t>Adboost.score</a:t>
            </a:r>
            <a:r>
              <a:rPr lang="en-US" sz="1800" dirty="0">
                <a:solidFill>
                  <a:schemeClr val="accent6">
                    <a:lumMod val="75000"/>
                  </a:schemeClr>
                </a:solidFill>
                <a:latin typeface="Candara"/>
                <a:ea typeface="Microsoft YaHei"/>
                <a:cs typeface="Arial"/>
              </a:rPr>
              <a:t>(</a:t>
            </a:r>
            <a:r>
              <a:rPr lang="en-US" sz="1800" dirty="0" err="1">
                <a:solidFill>
                  <a:schemeClr val="accent6">
                    <a:lumMod val="75000"/>
                  </a:schemeClr>
                </a:solidFill>
                <a:latin typeface="Candara"/>
                <a:ea typeface="Microsoft YaHei"/>
                <a:cs typeface="Arial"/>
              </a:rPr>
              <a:t>X_test</a:t>
            </a:r>
            <a:r>
              <a:rPr lang="en-US" sz="1800" dirty="0">
                <a:solidFill>
                  <a:schemeClr val="accent6">
                    <a:lumMod val="75000"/>
                  </a:schemeClr>
                </a:solidFill>
                <a:latin typeface="Candara"/>
                <a:ea typeface="Microsoft YaHei"/>
                <a:cs typeface="Arial"/>
              </a:rPr>
              <a:t>, </a:t>
            </a:r>
            <a:r>
              <a:rPr lang="en-US" sz="1800" dirty="0" err="1">
                <a:solidFill>
                  <a:schemeClr val="accent6">
                    <a:lumMod val="75000"/>
                  </a:schemeClr>
                </a:solidFill>
                <a:latin typeface="Candara"/>
                <a:ea typeface="Microsoft YaHei"/>
                <a:cs typeface="Arial"/>
              </a:rPr>
              <a:t>y_test</a:t>
            </a:r>
            <a:r>
              <a:rPr lang="en-US" sz="1800" dirty="0">
                <a:solidFill>
                  <a:schemeClr val="accent6">
                    <a:lumMod val="75000"/>
                  </a:schemeClr>
                </a:solidFill>
                <a:latin typeface="Candara"/>
                <a:ea typeface="Microsoft YaHei"/>
                <a:cs typeface="Arial"/>
              </a:rPr>
              <a:t>))</a:t>
            </a:r>
          </a:p>
          <a:p>
            <a:pPr marL="207645" algn="just">
              <a:buClrTx/>
            </a:pPr>
            <a:r>
              <a:rPr lang="en-US" sz="1800" b="1" dirty="0">
                <a:solidFill>
                  <a:schemeClr val="accent6">
                    <a:lumMod val="75000"/>
                  </a:schemeClr>
                </a:solidFill>
                <a:latin typeface="Candara"/>
                <a:ea typeface="Microsoft YaHei"/>
                <a:cs typeface="Arial"/>
              </a:rPr>
              <a:t>Accuracy of AdaBoost algorithm =  0.8635208310310531</a:t>
            </a:r>
          </a:p>
          <a:p>
            <a:pPr marL="207645" algn="just">
              <a:buClrTx/>
            </a:pPr>
            <a:endParaRPr lang="en-US" sz="1800" dirty="0">
              <a:solidFill>
                <a:schemeClr val="accent6">
                  <a:lumMod val="75000"/>
                </a:schemeClr>
              </a:solidFill>
              <a:latin typeface="Candara"/>
              <a:ea typeface="Microsoft YaHei"/>
              <a:cs typeface="Arial"/>
            </a:endParaRPr>
          </a:p>
        </p:txBody>
      </p:sp>
      <p:sp>
        <p:nvSpPr>
          <p:cNvPr id="7172" name="Text Box 4">
            <a:extLst>
              <a:ext uri="{FF2B5EF4-FFF2-40B4-BE49-F238E27FC236}">
                <a16:creationId xmlns:a16="http://schemas.microsoft.com/office/drawing/2014/main" id="{742377C2-0CD7-4AD6-B54B-0712A8AA7D15}"/>
              </a:ext>
            </a:extLst>
          </p:cNvPr>
          <p:cNvSpPr txBox="1">
            <a:spLocks noChangeArrowheads="1"/>
          </p:cNvSpPr>
          <p:nvPr/>
        </p:nvSpPr>
        <p:spPr bwMode="auto">
          <a:xfrm>
            <a:off x="4097338" y="6430963"/>
            <a:ext cx="1039812" cy="276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200">
                <a:solidFill>
                  <a:srgbClr val="0033CC"/>
                </a:solidFill>
                <a:cs typeface="DejaVu Sans" pitchFamily="32" charset="0"/>
              </a:rPr>
              <a:t>TCS Internal</a:t>
            </a:r>
          </a:p>
        </p:txBody>
      </p:sp>
      <p:sp>
        <p:nvSpPr>
          <p:cNvPr id="2" name="Text Box 2">
            <a:extLst>
              <a:ext uri="{FF2B5EF4-FFF2-40B4-BE49-F238E27FC236}">
                <a16:creationId xmlns:a16="http://schemas.microsoft.com/office/drawing/2014/main" id="{62109CBD-2F9C-40BE-8DF6-505F87C24D39}"/>
              </a:ext>
            </a:extLst>
          </p:cNvPr>
          <p:cNvSpPr txBox="1">
            <a:spLocks noChangeArrowheads="1"/>
          </p:cNvSpPr>
          <p:nvPr/>
        </p:nvSpPr>
        <p:spPr bwMode="auto">
          <a:xfrm>
            <a:off x="342900" y="274638"/>
            <a:ext cx="8442325" cy="595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algn="ctr">
              <a:buClrTx/>
            </a:pPr>
            <a:r>
              <a:rPr lang="en-US" sz="2800" dirty="0">
                <a:solidFill>
                  <a:srgbClr val="4E84C4"/>
                </a:solidFill>
                <a:latin typeface="Myriad Pro"/>
                <a:ea typeface="Microsoft YaHei"/>
                <a:cs typeface="Arial"/>
              </a:rPr>
              <a:t>Machine Learning –  AdaBoost</a:t>
            </a:r>
          </a:p>
        </p:txBody>
      </p:sp>
    </p:spTree>
    <p:extLst>
      <p:ext uri="{BB962C8B-B14F-4D97-AF65-F5344CB8AC3E}">
        <p14:creationId xmlns:p14="http://schemas.microsoft.com/office/powerpoint/2010/main" val="1075950143"/>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4E84C4"/>
        </a:solidFill>
        <a:effectLst/>
      </p:bgPr>
    </p:bg>
    <p:spTree>
      <p:nvGrpSpPr>
        <p:cNvPr id="1" name=""/>
        <p:cNvGrpSpPr/>
        <p:nvPr/>
      </p:nvGrpSpPr>
      <p:grpSpPr>
        <a:xfrm>
          <a:off x="0" y="0"/>
          <a:ext cx="0" cy="0"/>
          <a:chOff x="0" y="0"/>
          <a:chExt cx="0" cy="0"/>
        </a:xfrm>
      </p:grpSpPr>
      <p:sp>
        <p:nvSpPr>
          <p:cNvPr id="13313" name="Text Box 1">
            <a:extLst>
              <a:ext uri="{FF2B5EF4-FFF2-40B4-BE49-F238E27FC236}">
                <a16:creationId xmlns:a16="http://schemas.microsoft.com/office/drawing/2014/main" id="{264FF23A-30EB-4069-9B5E-258AE75F7FEE}"/>
              </a:ext>
            </a:extLst>
          </p:cNvPr>
          <p:cNvSpPr txBox="1">
            <a:spLocks noChangeArrowheads="1"/>
          </p:cNvSpPr>
          <p:nvPr/>
        </p:nvSpPr>
        <p:spPr bwMode="auto">
          <a:xfrm>
            <a:off x="279400" y="6342063"/>
            <a:ext cx="2133600" cy="265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eaLnBrk="1" hangingPunct="1">
              <a:spcBef>
                <a:spcPts val="563"/>
              </a:spcBef>
              <a:buClrTx/>
              <a:buFontTx/>
              <a:buNone/>
            </a:pPr>
            <a:r>
              <a:rPr lang="en-US" altLang="en-US" sz="900">
                <a:solidFill>
                  <a:srgbClr val="FFFFFF"/>
                </a:solidFill>
                <a:latin typeface="Myriad Pro" pitchFamily="32" charset="0"/>
              </a:rPr>
              <a:t>December 30, 2019</a:t>
            </a:r>
          </a:p>
        </p:txBody>
      </p:sp>
      <p:sp>
        <p:nvSpPr>
          <p:cNvPr id="13314" name="Text Box 2">
            <a:extLst>
              <a:ext uri="{FF2B5EF4-FFF2-40B4-BE49-F238E27FC236}">
                <a16:creationId xmlns:a16="http://schemas.microsoft.com/office/drawing/2014/main" id="{31C4241A-B4DD-46F3-8307-3E506671FD4F}"/>
              </a:ext>
            </a:extLst>
          </p:cNvPr>
          <p:cNvSpPr txBox="1">
            <a:spLocks noChangeArrowheads="1"/>
          </p:cNvSpPr>
          <p:nvPr/>
        </p:nvSpPr>
        <p:spPr bwMode="auto">
          <a:xfrm>
            <a:off x="279400" y="3048000"/>
            <a:ext cx="7772400" cy="1408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5600" b="1">
                <a:solidFill>
                  <a:srgbClr val="FFFFFF"/>
                </a:solidFill>
                <a:latin typeface="Myriad Pro" pitchFamily="32" charset="0"/>
              </a:rPr>
              <a:t>Thank You</a:t>
            </a:r>
          </a:p>
        </p:txBody>
      </p:sp>
      <p:sp>
        <p:nvSpPr>
          <p:cNvPr id="13315" name="Text Box 3">
            <a:extLst>
              <a:ext uri="{FF2B5EF4-FFF2-40B4-BE49-F238E27FC236}">
                <a16:creationId xmlns:a16="http://schemas.microsoft.com/office/drawing/2014/main" id="{BF74B836-9914-4B4F-B695-2900652C540A}"/>
              </a:ext>
            </a:extLst>
          </p:cNvPr>
          <p:cNvSpPr txBox="1">
            <a:spLocks noChangeArrowheads="1"/>
          </p:cNvSpPr>
          <p:nvPr/>
        </p:nvSpPr>
        <p:spPr bwMode="auto">
          <a:xfrm>
            <a:off x="4097338" y="6430963"/>
            <a:ext cx="1039812" cy="276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600">
                <a:solidFill>
                  <a:srgbClr val="000000"/>
                </a:solidFill>
                <a:latin typeface="Arial" panose="020B0604020202020204" pitchFamily="34" charset="0"/>
                <a:ea typeface="Microsoft YaHei" panose="020B0503020204020204" pitchFamily="34" charset="-122"/>
              </a:defRPr>
            </a:lvl9pPr>
          </a:lstStyle>
          <a:p>
            <a:pPr eaLnBrk="1" hangingPunct="1">
              <a:buClrTx/>
              <a:buFontTx/>
              <a:buNone/>
            </a:pPr>
            <a:r>
              <a:rPr lang="en-US" altLang="en-US" sz="1200">
                <a:solidFill>
                  <a:srgbClr val="0033CC"/>
                </a:solidFill>
                <a:cs typeface="DejaVu Sans" pitchFamily="32" charset="0"/>
              </a:rPr>
              <a:t>TCS Internal</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Myriad Pro"/>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1600" b="0" i="0" u="none" strike="noStrike" cap="none" normalizeH="0" baseline="0" smtClean="0">
            <a:ln>
              <a:noFill/>
            </a:ln>
            <a:solidFill>
              <a:schemeClr val="bg1"/>
            </a:solidFill>
            <a:effectLst/>
            <a:latin typeface="Arial" panose="020B0604020202020204" pitchFamily="34" charset="0"/>
            <a:ea typeface="Microsoft YaHei" panose="020B0503020204020204" pitchFamily="34" charset="-122"/>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1600" b="0" i="0" u="none" strike="noStrike" cap="none" normalizeH="0" baseline="0" smtClean="0">
            <a:ln>
              <a:noFill/>
            </a:ln>
            <a:solidFill>
              <a:schemeClr val="bg1"/>
            </a:solidFill>
            <a:effectLst/>
            <a:latin typeface="Arial" panose="020B0604020202020204" pitchFamily="34" charset="0"/>
            <a:ea typeface="Microsoft YaHei" panose="020B0503020204020204" pitchFamily="34" charset="-122"/>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Myriad Pro"/>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1600" b="0" i="0" u="none" strike="noStrike" cap="none" normalizeH="0" baseline="0" smtClean="0">
            <a:ln>
              <a:noFill/>
            </a:ln>
            <a:solidFill>
              <a:schemeClr val="bg1"/>
            </a:solidFill>
            <a:effectLst/>
            <a:latin typeface="Arial" panose="020B0604020202020204" pitchFamily="34" charset="0"/>
            <a:ea typeface="Microsoft YaHei" panose="020B0503020204020204" pitchFamily="34" charset="-122"/>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1600" b="0" i="0" u="none" strike="noStrike" cap="none" normalizeH="0" baseline="0" smtClean="0">
            <a:ln>
              <a:noFill/>
            </a:ln>
            <a:solidFill>
              <a:schemeClr val="bg1"/>
            </a:solidFill>
            <a:effectLst/>
            <a:latin typeface="Arial" panose="020B0604020202020204" pitchFamily="34" charset="0"/>
            <a:ea typeface="Microsoft YaHei" panose="020B0503020204020204" pitchFamily="34" charset="-122"/>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1046</TotalTime>
  <Words>623</Words>
  <Application>Microsoft Office PowerPoint</Application>
  <PresentationFormat>On-screen Show (4:3)</PresentationFormat>
  <Paragraphs>210</Paragraphs>
  <Slides>28</Slides>
  <Notes>28</Notes>
  <HiddenSlides>0</HiddenSlides>
  <MMClips>0</MMClips>
  <ScaleCrop>false</ScaleCrop>
  <HeadingPairs>
    <vt:vector size="4" baseType="variant">
      <vt:variant>
        <vt:lpstr>Theme</vt:lpstr>
      </vt:variant>
      <vt:variant>
        <vt:i4>2</vt:i4>
      </vt:variant>
      <vt:variant>
        <vt:lpstr>Slide Titles</vt:lpstr>
      </vt:variant>
      <vt:variant>
        <vt:i4>28</vt:i4>
      </vt:variant>
    </vt:vector>
  </HeadingPairs>
  <TitlesOfParts>
    <vt:vector size="30" baseType="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Chennai LIC Hierarchy / Career Path 2006-07</dc:title>
  <dc:creator>75345</dc:creator>
  <cp:lastModifiedBy>Rama Chandra Raju Dandu</cp:lastModifiedBy>
  <cp:revision>7952</cp:revision>
  <cp:lastPrinted>1601-01-01T00:00:00Z</cp:lastPrinted>
  <dcterms:created xsi:type="dcterms:W3CDTF">2006-06-27T12:15:40Z</dcterms:created>
  <dcterms:modified xsi:type="dcterms:W3CDTF">2026-07-06T06:33:07Z</dcterms:modified>
</cp:coreProperties>
</file>
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19"/>
  </p:notesMasterIdLst>
  <p:sldIdLst>
    <p:sldId id="256" r:id="rId3"/>
    <p:sldId id="257" r:id="rId4"/>
    <p:sldId id="259" r:id="rId5"/>
    <p:sldId id="360" r:id="rId6"/>
    <p:sldId id="359" r:id="rId7"/>
    <p:sldId id="336" r:id="rId8"/>
    <p:sldId id="361" r:id="rId9"/>
    <p:sldId id="368" r:id="rId10"/>
    <p:sldId id="362" r:id="rId11"/>
    <p:sldId id="363" r:id="rId12"/>
    <p:sldId id="364" r:id="rId13"/>
    <p:sldId id="365" r:id="rId14"/>
    <p:sldId id="366" r:id="rId15"/>
    <p:sldId id="367" r:id="rId16"/>
    <p:sldId id="369" r:id="rId17"/>
    <p:sldId id="265" r:id="rId18"/>
  </p:sldIdLst>
  <p:sldSz cx="9144000" cy="6858000" type="screen4x3"/>
  <p:notesSz cx="9294813" cy="11736388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68EFC5-BE30-1A0D-B7D6-9A5267E00D3B}" v="157" dt="2020-01-06T06:22:11.494"/>
    <p1510:client id="{143DE85F-A954-CB42-8E75-435743489C4C}" v="278" dt="2020-01-06T10:49:54.742"/>
    <p1510:client id="{241EF44E-42DD-1DCB-77DC-B5D285D6EA46}" v="2" dt="2020-01-06T06:24:11.837"/>
    <p1510:client id="{35E27E05-54DA-4340-732D-7B4121E80747}" v="8" dt="2020-01-21T09:57:37.408"/>
    <p1510:client id="{6684C94E-BAE3-DD0F-A752-17B4741F65BE}" v="357" dt="2020-01-06T11:21:47.983"/>
    <p1510:client id="{6A74AA33-A983-CF4E-B6CD-B80209EF9E75}" v="712" dt="2020-01-21T12:10:36.931"/>
    <p1510:client id="{773E3147-A383-7535-3B48-6D85175C8116}" v="255" dt="2020-01-06T09:33:25.036"/>
    <p1510:client id="{81FEB59E-BDFD-FD9C-E9A4-243F33929167}" v="464" dt="2020-01-07T09:52:02.981"/>
    <p1510:client id="{895A4D2B-2A2A-C5DD-3E0D-526227FE4004}" v="19" dt="2020-02-26T06:17:12.173"/>
    <p1510:client id="{99FE337E-42DF-0BD9-383B-8A54358A12AE}" v="205" dt="2020-01-07T11:56:57.093"/>
    <p1510:client id="{9EFDEA6F-7504-2790-4241-22955A03E37B}" v="30" dt="2020-01-07T09:56:55.456"/>
    <p1510:client id="{A45CCE67-BCB7-B8B2-2C2A-876DDCD8BE01}" v="160" dt="2020-01-06T06:11:11.731"/>
    <p1510:client id="{AF9AFB9D-617D-9426-815E-C920008EED9C}" v="200" dt="2020-01-06T05:31:59.373"/>
    <p1510:client id="{B085305B-D954-284F-3ED8-D51B1216B1EC}" v="443" dt="2020-01-07T06:44:26.601"/>
    <p1510:client id="{B9BA91B7-460E-4014-F372-7F6E8F489F2F}" v="25" dt="2020-01-06T06:15:02.921"/>
    <p1510:client id="{C0FC5D92-134C-F03A-5E7F-3517995CF4F2}" v="619" dt="2020-01-07T11:39:07.689"/>
    <p1510:client id="{D1E547C7-1A7F-B14F-FBC1-0A4FA4904271}" v="812" dt="2020-01-23T06:01:36.999"/>
    <p1510:client id="{DA6F1BD7-3399-93AF-A0D6-3E3909E87D2B}" v="19" dt="2020-01-06T06:27:18.790"/>
    <p1510:client id="{EF87B5FD-05B1-448F-CFEE-A7E16DCDCC7E}" v="382" dt="2020-01-13T06:11:49.213"/>
    <p1510:client id="{F860D304-245D-EADC-E184-9217D8B9C41E}" v="1468" dt="2020-01-21T09:53:56.7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-1572" y="-4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1">
            <a:extLst>
              <a:ext uri="{FF2B5EF4-FFF2-40B4-BE49-F238E27FC236}">
                <a16:creationId xmlns:a16="http://schemas.microsoft.com/office/drawing/2014/main" id="{78B9EE69-C63D-4A99-8AC6-1ABEC8D3B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AutoShape 2">
            <a:extLst>
              <a:ext uri="{FF2B5EF4-FFF2-40B4-BE49-F238E27FC236}">
                <a16:creationId xmlns:a16="http://schemas.microsoft.com/office/drawing/2014/main" id="{10EEBBC5-D260-4E04-981A-78C8658DF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" name="AutoShape 3">
            <a:extLst>
              <a:ext uri="{FF2B5EF4-FFF2-40B4-BE49-F238E27FC236}">
                <a16:creationId xmlns:a16="http://schemas.microsoft.com/office/drawing/2014/main" id="{BBB1B64E-3F6A-4F3A-B668-9364D28E0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6" name="AutoShape 4">
            <a:extLst>
              <a:ext uri="{FF2B5EF4-FFF2-40B4-BE49-F238E27FC236}">
                <a16:creationId xmlns:a16="http://schemas.microsoft.com/office/drawing/2014/main" id="{8EDEAB44-9A4E-47B7-9BBD-0AABA33F8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7" name="AutoShape 5">
            <a:extLst>
              <a:ext uri="{FF2B5EF4-FFF2-40B4-BE49-F238E27FC236}">
                <a16:creationId xmlns:a16="http://schemas.microsoft.com/office/drawing/2014/main" id="{5199A469-BFF5-4989-BE99-5EEAB8B38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AutoShape 6">
            <a:extLst>
              <a:ext uri="{FF2B5EF4-FFF2-40B4-BE49-F238E27FC236}">
                <a16:creationId xmlns:a16="http://schemas.microsoft.com/office/drawing/2014/main" id="{5F185BCC-8890-4AEA-ABB4-7CB10034F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9" name="AutoShape 7">
            <a:extLst>
              <a:ext uri="{FF2B5EF4-FFF2-40B4-BE49-F238E27FC236}">
                <a16:creationId xmlns:a16="http://schemas.microsoft.com/office/drawing/2014/main" id="{C5E1FCB1-2E2D-4F95-B3AD-22DC1A36E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0" name="AutoShape 8">
            <a:extLst>
              <a:ext uri="{FF2B5EF4-FFF2-40B4-BE49-F238E27FC236}">
                <a16:creationId xmlns:a16="http://schemas.microsoft.com/office/drawing/2014/main" id="{9ECE8EEC-C854-4691-A50B-77F8A37A8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1" name="AutoShape 9">
            <a:extLst>
              <a:ext uri="{FF2B5EF4-FFF2-40B4-BE49-F238E27FC236}">
                <a16:creationId xmlns:a16="http://schemas.microsoft.com/office/drawing/2014/main" id="{9577E4C5-0C47-4127-ADE5-8DBCE306F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2" name="Text Box 10">
            <a:extLst>
              <a:ext uri="{FF2B5EF4-FFF2-40B4-BE49-F238E27FC236}">
                <a16:creationId xmlns:a16="http://schemas.microsoft.com/office/drawing/2014/main" id="{8AF3AB77-5BC7-4917-BC64-178D407E9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029075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3" name="Text Box 11">
            <a:extLst>
              <a:ext uri="{FF2B5EF4-FFF2-40B4-BE49-F238E27FC236}">
                <a16:creationId xmlns:a16="http://schemas.microsoft.com/office/drawing/2014/main" id="{B7295467-63D4-48F2-825B-F1DDBA4E0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0"/>
            <a:ext cx="4030663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4" name="Rectangle 12">
            <a:extLst>
              <a:ext uri="{FF2B5EF4-FFF2-40B4-BE49-F238E27FC236}">
                <a16:creationId xmlns:a16="http://schemas.microsoft.com/office/drawing/2014/main" id="{CCAE399C-DBBF-46C3-8975-0FD15FA07FB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51525" cy="4384675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C0B936AA-0B80-41A4-9E69-5C758D11B76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928688" y="5575300"/>
            <a:ext cx="7424737" cy="526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5200" tIns="57600" rIns="115200" bIns="576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3086" name="Rectangle 14">
            <a:extLst>
              <a:ext uri="{FF2B5EF4-FFF2-40B4-BE49-F238E27FC236}">
                <a16:creationId xmlns:a16="http://schemas.microsoft.com/office/drawing/2014/main" id="{ECBEAEA6-5D77-437D-96C2-ECEEC07A7ED0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1145838"/>
            <a:ext cx="4014788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5200" tIns="57600" rIns="115200" bIns="57600" numCol="1" anchor="b" anchorCtr="0" compatLnSpc="1">
            <a:prstTxWarp prst="textNoShape">
              <a:avLst/>
            </a:prstTxWarp>
          </a:bodyPr>
          <a:lstStyle>
            <a:lvl1pPr marL="215900" indent="-203200" eaLnBrk="1" hangingPunct="1"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</a:lstStyle>
          <a:p>
            <a:r>
              <a:rPr lang="en-US" altLang="en-US"/>
              <a:t>Page No. 1</a:t>
            </a:r>
          </a:p>
        </p:txBody>
      </p:sp>
      <p:sp>
        <p:nvSpPr>
          <p:cNvPr id="3087" name="Rectangle 15">
            <a:extLst>
              <a:ext uri="{FF2B5EF4-FFF2-40B4-BE49-F238E27FC236}">
                <a16:creationId xmlns:a16="http://schemas.microsoft.com/office/drawing/2014/main" id="{936A029B-AFC4-48E3-A39E-942F560C1FA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5264150" y="11145838"/>
            <a:ext cx="4016375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5200" tIns="57600" rIns="115200" bIns="57600" numCol="1" anchor="b" anchorCtr="0" compatLnSpc="1">
            <a:prstTxWarp prst="textNoShape">
              <a:avLst/>
            </a:prstTxWarp>
          </a:bodyPr>
          <a:lstStyle>
            <a:lvl1pPr marL="215900" indent="-203200" algn="r" eaLnBrk="1" hangingPunct="1"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</a:lstStyle>
          <a:p>
            <a:fld id="{27CC5688-C8F4-45A0-99ED-5F86847F62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6BACFF5C-AF60-46BC-B87D-46C13208ACD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F94E96D3-747C-446C-BA59-C2E12E86DE0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3439428-DABB-4718-9DE0-E83E547AB89E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4337" name="Rectangle 1">
            <a:extLst>
              <a:ext uri="{FF2B5EF4-FFF2-40B4-BE49-F238E27FC236}">
                <a16:creationId xmlns:a16="http://schemas.microsoft.com/office/drawing/2014/main" id="{E41B3E79-A3CA-4816-8DC0-456A17F4D63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126C09C7-C292-4A0A-9A99-D46868A6F62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1EAF3BC7-4B95-43C6-835D-1E5CB911EF50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DB0B8A6A-3C0F-4FD3-8CDE-3E2E14C5782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07A12C6-DBAF-4967-A281-CD1B567AA273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5361" name="Rectangle 1">
            <a:extLst>
              <a:ext uri="{FF2B5EF4-FFF2-40B4-BE49-F238E27FC236}">
                <a16:creationId xmlns:a16="http://schemas.microsoft.com/office/drawing/2014/main" id="{3AB053A5-6365-4B37-9D7F-12152B4A229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D012D6E6-3975-4276-9E39-A742AD2788A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7429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2278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2992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6850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5526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5526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9278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66608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6714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9281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8768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87685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4D9D477B-F60D-44AB-A434-7462EE6928B7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5E215B1E-BF43-467E-BD89-D0C6ADF3A27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DEE03A4-5754-44D7-9B82-34707D640DED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23553" name="Rectangle 1">
            <a:extLst>
              <a:ext uri="{FF2B5EF4-FFF2-40B4-BE49-F238E27FC236}">
                <a16:creationId xmlns:a16="http://schemas.microsoft.com/office/drawing/2014/main" id="{63899783-499B-4410-8002-1E5BF999078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61BA621F-C6C3-4AE8-8B36-E52F46C5619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031A4-66EE-4130-AA31-67C351845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41F61-E4C2-4444-A3DF-CB4C808EB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BDB73-8668-4451-8FAD-0F8A795F68B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7101314-8759-46A8-8EDC-0D77084DD3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0196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6BA5-84C1-4DA4-B5D7-0CCFB897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B2E06-6C08-4E9B-BE6E-C48AB812A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12699-0F17-415A-888B-DB7E00B8184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0D8BD146-6545-41AB-A8B0-84069CB4C1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504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C11D-AE34-4F02-B0C4-C42EE32BD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7DDAA-3D99-4E95-B43E-358FE5A2C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48F81-3263-4A17-9F76-58F6416F9C7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5E27D1A-042D-455F-B443-F2E1EC538C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363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44990-EACB-44BA-85D5-87606B0C5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D2965-D859-4BAA-827B-BFE7DA653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955675"/>
            <a:ext cx="4137025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266151-55B5-4F95-835A-918A35F0B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2325" y="955675"/>
            <a:ext cx="4138613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3E0C2-BF3C-4A87-8DAA-CF783BA2872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05056C0C-7E61-424B-A283-01FA36A7DB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0062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32185-5EE0-447A-848C-3EB8F2B4A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A0D10-654B-480C-9826-5B1F1D735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6AA3B-432E-401F-8DC3-4BA1F0CB9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63BF7-DBD2-4320-A6A9-59D1A1D51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3DF6B-3627-4859-9338-767191FA94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C9A81-B3BB-4DF3-95AB-A4E8311C9E0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FCF7D1C5-572D-4BEE-9FBA-B7F910A73B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294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748B2-2591-4500-9A20-CE1FB31E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C941A3-FB39-4C32-85CF-48C76FE8AE6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AB2B02AE-8466-40D6-BCBC-C163073184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304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108854-0BB9-47C5-ADF4-61E782F346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F5E8E91-73AC-40DB-940C-1878A0BDD9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3117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FDED5-D9B8-467A-A0EB-11C013A9C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64DF3-E57F-4EB5-ABE5-823367842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481FB-469D-47D1-98B4-9A9D294CB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01AB-9014-44C1-911C-57D40C8E7D9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DDE5C9A5-06A2-4738-ABC1-80D0B92DEB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9809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89DEE-48F2-449C-B601-510618629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434716-A995-4B64-8F62-E69757429F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BB255-AFEF-4088-A5DB-02604514C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DBB8B-28D4-4EE4-A610-A7BCE76D802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503BF921-D95F-40E9-BCBE-DB9BA0F679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228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6A4CF-2B0F-467D-A054-DC4F77A5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99563-42D7-427F-8229-7D02D9C84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69411-91A0-4AAB-A83E-D9F1EA8DC3D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120F1898-C603-413F-98FD-D8261ED58D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617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A012FB-5714-42AE-8F87-47E142177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4325" y="274638"/>
            <a:ext cx="2106613" cy="5192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F19F5-C2D9-4483-B85F-93C51DB04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6169025" cy="5192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44CAC-8FB7-48F0-9413-E61D0C1224C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423344D5-7AF2-44AC-9A33-67BD6B40F4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9755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16853-F0B6-44A6-B71C-BC8731200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B1F0B-7B23-4D60-97A0-FA92B8987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44061-6467-4ECD-9600-98BC2CDC47B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891859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14A2-DCA5-4DA2-85A3-812A85E6E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388A9-1242-41A0-BE04-242371F83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F1809-B773-4C31-8F20-6EAAED89772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2667038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656E9-2963-463E-B8EB-C9B5E2B0E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A7A2F-55FB-45F3-9AE5-CA14D7F98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F0822-F766-41F9-9706-5114C1B6704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342545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42CE-11BB-406C-A459-C1ECF7A61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5B014-0916-43A4-80A5-DF663A9BD6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955675"/>
            <a:ext cx="4137025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93324-F3F7-4724-8EF8-0F7BCF5D1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2325" y="955675"/>
            <a:ext cx="4138613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E78C9-C6B3-458B-B653-1BC53D25338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4272773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88E76-1282-4469-B511-EC9D32325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81670-2FBF-4F3E-ABCB-FE270B8BE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6BE01-8359-4AFB-A67A-A9444121B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1E5659-63CF-4583-AD4C-E8318148A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0235F4-FAA6-4C82-BBEF-9F18E83FF5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1CDE5-60D8-4C87-BFDC-86ABDC0298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93018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CC71B-8C78-4175-897A-6343D704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76EAF8-1AB9-4AB9-8818-F07C3E2C5D9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3526561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0D3562-4586-4E7E-86BB-04A65A3C260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64898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6058-0E7D-4CD1-94A5-EFD6CDBA5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6F5F2-D825-4991-805B-AAB2424A9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98F02-3E53-49BF-A8FD-2ABEC76E3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880E3-E242-431E-9CBC-F076363414C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30708007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A253-3988-4572-9BEB-5482006F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DEF38D-4B99-4EE3-B133-2E57CAEA84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96CD1-EA31-4F96-BD93-B0124A03E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E7BF1-0B83-4AFF-BC04-3FA04357C87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9938985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BCE15-1133-4E47-BEBA-6DC7C659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8BD49-8809-4E6F-897D-3AF2C67C6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E604D-1F3D-437F-8739-16430513FF3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1083993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3C647D-40ED-48B6-AE42-3F656EB71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4325" y="274638"/>
            <a:ext cx="2106613" cy="5192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1203A3-77ED-437F-AE14-D2AB703E1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6169025" cy="5192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7B608-DB1B-4622-97DC-09EB557EA0E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375230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>
            <a:extLst>
              <a:ext uri="{FF2B5EF4-FFF2-40B4-BE49-F238E27FC236}">
                <a16:creationId xmlns:a16="http://schemas.microsoft.com/office/drawing/2014/main" id="{6FE06C0E-84AA-46E1-BA9C-CFACCB712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4" b="4417"/>
          <a:stretch>
            <a:fillRect/>
          </a:stretch>
        </p:blipFill>
        <p:spPr bwMode="auto">
          <a:xfrm>
            <a:off x="0" y="5395913"/>
            <a:ext cx="9144000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2814" b="4417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6" name="Rectangle 2">
            <a:extLst>
              <a:ext uri="{FF2B5EF4-FFF2-40B4-BE49-F238E27FC236}">
                <a16:creationId xmlns:a16="http://schemas.microsoft.com/office/drawing/2014/main" id="{3B86D761-2C53-4225-92FF-5A153219A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74638"/>
            <a:ext cx="84280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348F5D-F655-4FA5-9F0E-12C65DE76B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55675"/>
            <a:ext cx="8428038" cy="451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0C4414C-33E8-41D5-8466-9279BD800BA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8477250" y="6461125"/>
            <a:ext cx="366713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</a:defRPr>
            </a:lvl1pPr>
          </a:lstStyle>
          <a:p>
            <a:fld id="{F865EABB-C920-4FAA-A8EE-D52AFA00E593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254CC723-EEAA-4CD0-BB7F-48B857BC9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38" y="6477000"/>
            <a:ext cx="2844800" cy="14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30" name="Rectangle 6">
            <a:extLst>
              <a:ext uri="{FF2B5EF4-FFF2-40B4-BE49-F238E27FC236}">
                <a16:creationId xmlns:a16="http://schemas.microsoft.com/office/drawing/2014/main" id="{A018FB10-4394-4AB2-9CF2-C8523DF1E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475" y="6459538"/>
            <a:ext cx="1412875" cy="31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r>
              <a:rPr lang="en-US" altLang="en-US" sz="900">
                <a:solidFill>
                  <a:srgbClr val="4E84C4"/>
                </a:solidFill>
                <a:latin typeface="Myriad Pro" pitchFamily="32" charset="0"/>
              </a:rPr>
              <a:t>December 24, 2019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4E84C4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2pPr>
      <a:lvl3pPr marL="1143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3pPr>
      <a:lvl4pPr marL="1600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4pPr>
      <a:lvl5pPr marL="20574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5pPr>
      <a:lvl6pPr marL="25146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6pPr>
      <a:lvl7pPr marL="29718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7pPr>
      <a:lvl8pPr marL="3429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8pPr>
      <a:lvl9pPr marL="3886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9pPr>
    </p:titleStyle>
    <p:bodyStyle>
      <a:lvl1pPr marL="342900" indent="-3429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8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>
            <a:extLst>
              <a:ext uri="{FF2B5EF4-FFF2-40B4-BE49-F238E27FC236}">
                <a16:creationId xmlns:a16="http://schemas.microsoft.com/office/drawing/2014/main" id="{B356A5DD-1E33-4F56-B4C2-91CE02B83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5" b="1630"/>
          <a:stretch>
            <a:fillRect/>
          </a:stretch>
        </p:blipFill>
        <p:spPr bwMode="auto">
          <a:xfrm>
            <a:off x="0" y="1682750"/>
            <a:ext cx="9144000" cy="227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1215" b="163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0132EA9-9163-4866-A1D0-8D215C41E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" t="4198" r="693" b="2957"/>
          <a:stretch>
            <a:fillRect/>
          </a:stretch>
        </p:blipFill>
        <p:spPr bwMode="auto">
          <a:xfrm>
            <a:off x="87313" y="330200"/>
            <a:ext cx="8982075" cy="70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074" t="4198" r="693" b="2957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8362795F-C5BC-4436-83F1-CA699FA3D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" t="5602" r="1587" b="3758"/>
          <a:stretch>
            <a:fillRect/>
          </a:stretch>
        </p:blipFill>
        <p:spPr bwMode="auto">
          <a:xfrm>
            <a:off x="6759575" y="6091238"/>
            <a:ext cx="204628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349" t="5602" r="1587" b="3758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2" name="Rectangle 4">
            <a:extLst>
              <a:ext uri="{FF2B5EF4-FFF2-40B4-BE49-F238E27FC236}">
                <a16:creationId xmlns:a16="http://schemas.microsoft.com/office/drawing/2014/main" id="{8D8B1704-7BC8-4EB3-BCF2-FC5F76404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74638"/>
            <a:ext cx="84280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E23AB933-0E2F-4E2C-BEE4-6282EBA09A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55675"/>
            <a:ext cx="8428038" cy="451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CD84F5C8-8457-4F08-B429-DA855553624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279400" y="6342063"/>
            <a:ext cx="2119313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ts val="563"/>
              </a:spcBef>
              <a:buClrTx/>
              <a:buFontTx/>
              <a:buNone/>
              <a:tabLst>
                <a:tab pos="723900" algn="l"/>
                <a:tab pos="1447800" algn="l"/>
              </a:tabLst>
              <a:defRPr sz="900">
                <a:solidFill>
                  <a:srgbClr val="FFFFFF"/>
                </a:solidFill>
                <a:latin typeface="+mj-lt"/>
                <a:cs typeface="Lucida Sans Unicode" panose="020B0602030504020204" pitchFamily="34" charset="0"/>
              </a:defRPr>
            </a:lvl1pPr>
          </a:lstStyle>
          <a:p>
            <a:r>
              <a:rPr lang="en-US" altLang="en-US"/>
              <a:t>December 24, 2019</a:t>
            </a:r>
          </a:p>
        </p:txBody>
      </p:sp>
      <p:sp>
        <p:nvSpPr>
          <p:cNvPr id="2055" name="Text Box 7">
            <a:extLst>
              <a:ext uri="{FF2B5EF4-FFF2-40B4-BE49-F238E27FC236}">
                <a16:creationId xmlns:a16="http://schemas.microsoft.com/office/drawing/2014/main" id="{5EA96CD8-F8D1-4C6B-A282-CB622C00E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538" y="6342063"/>
            <a:ext cx="2286000" cy="26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4E84C4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2pPr>
      <a:lvl3pPr marL="1143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3pPr>
      <a:lvl4pPr marL="1600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4pPr>
      <a:lvl5pPr marL="20574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5pPr>
      <a:lvl6pPr marL="25146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6pPr>
      <a:lvl7pPr marL="29718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7pPr>
      <a:lvl8pPr marL="3429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8pPr>
      <a:lvl9pPr marL="3886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9pPr>
    </p:titleStyle>
    <p:bodyStyle>
      <a:lvl1pPr marL="342900" indent="-3429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8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ext Box 1">
            <a:extLst>
              <a:ext uri="{FF2B5EF4-FFF2-40B4-BE49-F238E27FC236}">
                <a16:creationId xmlns:a16="http://schemas.microsoft.com/office/drawing/2014/main" id="{79A810F6-9F42-421A-89AA-E85DD35E5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6342063"/>
            <a:ext cx="2133600" cy="26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563"/>
              </a:spcBef>
              <a:buClrTx/>
              <a:buFontTx/>
              <a:buNone/>
            </a:pPr>
            <a:r>
              <a:rPr lang="en-US" altLang="en-US" sz="900">
                <a:solidFill>
                  <a:srgbClr val="FFFFFF"/>
                </a:solidFill>
                <a:latin typeface="Myriad Pro" pitchFamily="32" charset="0"/>
              </a:rPr>
              <a:t>December 24, 2019</a:t>
            </a:r>
          </a:p>
        </p:txBody>
      </p:sp>
      <p:sp>
        <p:nvSpPr>
          <p:cNvPr id="4098" name="Text Box 2">
            <a:extLst>
              <a:ext uri="{FF2B5EF4-FFF2-40B4-BE49-F238E27FC236}">
                <a16:creationId xmlns:a16="http://schemas.microsoft.com/office/drawing/2014/main" id="{0A097FEE-5899-46F1-9189-5BA1853F3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3914775"/>
            <a:ext cx="8407400" cy="138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</a:pPr>
            <a:r>
              <a:rPr lang="en-US" altLang="en-US" sz="3600" b="1" dirty="0">
                <a:solidFill>
                  <a:srgbClr val="FFFFFF"/>
                </a:solidFill>
                <a:latin typeface="Myriad Pro"/>
                <a:ea typeface="Microsoft YaHei"/>
                <a:cs typeface="Arial"/>
              </a:rPr>
              <a:t>Machine Learning – Classifiers </a:t>
            </a:r>
          </a:p>
          <a:p>
            <a:pPr>
              <a:buClrTx/>
              <a:buFontTx/>
            </a:pPr>
            <a:r>
              <a:rPr lang="en-US" altLang="en-US" sz="3600" b="1" dirty="0">
                <a:solidFill>
                  <a:srgbClr val="FFFFFF"/>
                </a:solidFill>
                <a:latin typeface="Myriad Pro"/>
                <a:ea typeface="Microsoft YaHei"/>
                <a:cs typeface="Arial"/>
              </a:rPr>
              <a:t>– </a:t>
            </a:r>
            <a:r>
              <a:rPr lang="en-US" sz="3600" b="1" dirty="0">
                <a:solidFill>
                  <a:srgbClr val="FFFFFF"/>
                </a:solidFill>
                <a:latin typeface="Myriad Pro"/>
                <a:ea typeface="Microsoft YaHei"/>
                <a:cs typeface="Arial"/>
              </a:rPr>
              <a:t>Logistic Regression</a:t>
            </a: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DA1C7BFA-39EC-4F16-B373-F8E1A2ADF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>
            <a:extLst>
              <a:ext uri="{FF2B5EF4-FFF2-40B4-BE49-F238E27FC236}">
                <a16:creationId xmlns:a16="http://schemas.microsoft.com/office/drawing/2014/main" id="{64409B9A-CD0D-49D8-B2A9-C91805569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E147F500-4EFA-4C4A-B482-01BD91C77220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2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5122" name="Text Box 2">
            <a:extLst>
              <a:ext uri="{FF2B5EF4-FFF2-40B4-BE49-F238E27FC236}">
                <a16:creationId xmlns:a16="http://schemas.microsoft.com/office/drawing/2014/main" id="{23D7D474-9F95-46FE-8BF3-7B1B33338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609600"/>
            <a:ext cx="8442325" cy="59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2800">
                <a:solidFill>
                  <a:srgbClr val="4E84C4"/>
                </a:solidFill>
                <a:latin typeface="Myriad Pro" pitchFamily="32" charset="0"/>
              </a:rPr>
              <a:t>Agenda</a:t>
            </a: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71AD3621-9BE1-4C82-8CF6-48250CA26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75" y="1341438"/>
            <a:ext cx="800417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107950" indent="-107950"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>
              <a:spcBef>
                <a:spcPts val="500"/>
              </a:spcBef>
              <a:buClr>
                <a:srgbClr val="4E84C4"/>
              </a:buClr>
              <a:buFont typeface="Wingdings" panose="02020603050405020304" pitchFamily="18" charset="0"/>
              <a:buChar char="q"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>
                <a:latin typeface="Arial"/>
                <a:ea typeface="Microsoft YaHei"/>
                <a:cs typeface="Arial"/>
              </a:rPr>
              <a:t>Logistic Regression</a:t>
            </a: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>
                <a:latin typeface="Arial"/>
                <a:ea typeface="Microsoft YaHei"/>
                <a:cs typeface="Arial"/>
              </a:rPr>
              <a:t>Logistic Regression – Classifier</a:t>
            </a:r>
            <a:endParaRPr lang="en-US">
              <a:latin typeface="Arial"/>
              <a:ea typeface="Microsoft YaHei"/>
              <a:cs typeface="Arial"/>
            </a:endParaRP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>
                <a:latin typeface="Arial"/>
                <a:ea typeface="Microsoft YaHei"/>
                <a:cs typeface="Arial"/>
              </a:rPr>
              <a:t>Decision boundary</a:t>
            </a:r>
            <a:endParaRPr lang="en-US">
              <a:latin typeface="Arial"/>
              <a:ea typeface="Microsoft YaHei"/>
              <a:cs typeface="Arial"/>
            </a:endParaRP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>
                <a:latin typeface="Arial"/>
                <a:ea typeface="Microsoft YaHei"/>
                <a:cs typeface="Arial"/>
              </a:rPr>
              <a:t>Cost function</a:t>
            </a:r>
            <a:endParaRPr lang="en-US">
              <a:latin typeface="Arial"/>
              <a:ea typeface="Microsoft YaHei"/>
              <a:cs typeface="Arial"/>
            </a:endParaRP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>
                <a:cs typeface="Arial" panose="020B0604020202020204" pitchFamily="34" charset="0"/>
              </a:rPr>
              <a:t>Multiclass classification</a:t>
            </a:r>
            <a:endParaRPr lang="en-US"/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endParaRPr lang="en-US" sz="2400" dirty="0">
              <a:solidFill>
                <a:srgbClr val="4E84C4"/>
              </a:solidFill>
              <a:cs typeface="Arial" panose="020B0604020202020204" pitchFamily="34" charset="0"/>
            </a:endParaRP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endParaRPr lang="en-US" sz="2400" dirty="0">
              <a:cs typeface="Arial" panose="020B0604020202020204" pitchFamily="34" charset="0"/>
            </a:endParaRP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endParaRPr lang="en-US" sz="2400" dirty="0">
              <a:cs typeface="Arial" panose="020B0604020202020204" pitchFamily="34" charset="0"/>
            </a:endParaRP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endParaRPr lang="en-US" sz="2000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500"/>
              </a:spcBef>
              <a:buClrTx/>
              <a:buFontTx/>
            </a:pPr>
            <a:endParaRPr lang="en-US" altLang="en-US" sz="200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500"/>
              </a:spcBef>
              <a:buClrTx/>
              <a:buFontTx/>
            </a:pPr>
            <a:endParaRPr lang="en-US" altLang="en-US" sz="200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500"/>
              </a:spcBef>
              <a:buClrTx/>
              <a:buFontTx/>
            </a:pPr>
            <a:endParaRPr lang="en-US" altLang="en-US" sz="200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500"/>
              </a:spcBef>
              <a:buClrTx/>
              <a:buFontTx/>
            </a:pPr>
            <a:endParaRPr lang="en-US" altLang="en-US" sz="200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  <a:buFontTx/>
            </a:pPr>
            <a:endParaRPr lang="en-US" altLang="en-US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  <a:buFontTx/>
            </a:pPr>
            <a:endParaRPr lang="en-US" altLang="en-US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  <a:buFontTx/>
            </a:pPr>
            <a:endParaRPr lang="en-US" altLang="en-US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</a:pP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AE882D4F-0A85-4258-9D6D-E8791E00E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6430963"/>
            <a:ext cx="1039813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3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0" name="Text Box 2">
            <a:extLst>
              <a:ext uri="{FF2B5EF4-FFF2-40B4-BE49-F238E27FC236}">
                <a16:creationId xmlns:a16="http://schemas.microsoft.com/office/drawing/2014/main" id="{8C2BE59C-C228-417F-8C5F-99B57DEDC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Logistic Regression</a:t>
            </a:r>
            <a:endParaRPr lang="en-US" alt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259" y="1249973"/>
            <a:ext cx="7715250" cy="4209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4170" indent="-34290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Logistic Regression:</a:t>
            </a:r>
          </a:p>
          <a:p>
            <a:pPr marL="344170" indent="-342900" algn="just">
              <a:buClrTx/>
            </a:pPr>
            <a:endParaRPr lang="en-US" sz="2400" b="1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Wingdings" pitchFamily="2" charset="2"/>
              <a:buChar char="§"/>
            </a:pPr>
            <a:r>
              <a:rPr lang="en-US" sz="2000" dirty="0">
                <a:latin typeface="Arial"/>
                <a:ea typeface="Microsoft YaHei"/>
                <a:cs typeface="Arial"/>
              </a:rPr>
              <a:t>Logistic Regression is a statistical machine learning model to classify the data</a:t>
            </a:r>
          </a:p>
          <a:p>
            <a:pPr marL="344170" indent="-342900" algn="just">
              <a:buClrTx/>
              <a:buFont typeface="Wingdings" pitchFamily="2" charset="2"/>
              <a:buChar char="§"/>
            </a:pPr>
            <a:r>
              <a:rPr lang="en-US" sz="2000" dirty="0">
                <a:latin typeface="Arial"/>
                <a:ea typeface="Microsoft YaHei"/>
                <a:cs typeface="Arial"/>
              </a:rPr>
              <a:t>Logistic Regression uses </a:t>
            </a:r>
            <a:r>
              <a:rPr lang="en-US" sz="2000" dirty="0"/>
              <a:t>predictive analysis based on the concept of probability.</a:t>
            </a:r>
            <a:endParaRPr lang="en-US" sz="2000" dirty="0">
              <a:cs typeface="Arial" panose="020B0604020202020204" pitchFamily="34" charset="0"/>
            </a:endParaRPr>
          </a:p>
          <a:p>
            <a:pPr marL="344170" indent="-342900" algn="just">
              <a:buClrTx/>
              <a:buFont typeface="Wingdings" pitchFamily="2" charset="2"/>
              <a:buChar char="§"/>
            </a:pPr>
            <a:r>
              <a:rPr lang="en-US" sz="2000" dirty="0">
                <a:latin typeface="Arial"/>
                <a:ea typeface="Microsoft YaHei"/>
                <a:cs typeface="Arial"/>
              </a:rPr>
              <a:t>Logistic regression model finds the linear relationship between target and one or more predictors based on existing data. </a:t>
            </a:r>
            <a:endParaRPr lang="en-US" dirty="0"/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 marL="207645" algn="just">
              <a:buClrTx/>
            </a:pPr>
            <a:r>
              <a:rPr lang="en-US" sz="2000" dirty="0">
                <a:latin typeface="Arial"/>
                <a:ea typeface="Microsoft YaHei"/>
                <a:cs typeface="Arial"/>
              </a:rPr>
              <a:t>Examples:</a:t>
            </a:r>
            <a:r>
              <a:rPr lang="en-US" sz="1800" dirty="0">
                <a:latin typeface="Arial"/>
                <a:ea typeface="Microsoft YaHei"/>
                <a:cs typeface="Arial"/>
              </a:rPr>
              <a:t> </a:t>
            </a:r>
            <a:endParaRPr lang="en-US" sz="1800" dirty="0">
              <a:cs typeface="Arial" panose="020B0604020202020204" pitchFamily="34" charset="0"/>
            </a:endParaRPr>
          </a:p>
          <a:p>
            <a:pPr marL="207645" algn="just">
              <a:buClrTx/>
            </a:pPr>
            <a:r>
              <a:rPr lang="en-US" sz="1800" dirty="0">
                <a:latin typeface="Arial"/>
                <a:ea typeface="Microsoft YaHei"/>
                <a:cs typeface="Arial"/>
              </a:rPr>
              <a:t>1. Whether the applicants are eligible for loan(Yes/No) or not based on </a:t>
            </a:r>
          </a:p>
          <a:p>
            <a:pPr marL="287020" indent="-285750" algn="just">
              <a:buClrTx/>
              <a:buFont typeface="Wingdings" panose="02020603050405020304" pitchFamily="18" charset="0"/>
              <a:buChar char="v"/>
            </a:pPr>
            <a:r>
              <a:rPr lang="en-US" sz="1800" dirty="0">
                <a:latin typeface="Arial"/>
                <a:ea typeface="Microsoft YaHei"/>
                <a:cs typeface="Arial"/>
              </a:rPr>
              <a:t>Age</a:t>
            </a:r>
            <a:endParaRPr lang="en-US" dirty="0"/>
          </a:p>
          <a:p>
            <a:pPr marL="287020" indent="-285750" algn="just">
              <a:buClrTx/>
              <a:buFont typeface="Wingdings" panose="02020603050405020304" pitchFamily="18" charset="0"/>
              <a:buChar char="v"/>
            </a:pPr>
            <a:r>
              <a:rPr lang="en-US" sz="1800" dirty="0">
                <a:latin typeface="Arial"/>
                <a:ea typeface="Microsoft YaHei"/>
                <a:cs typeface="Arial"/>
              </a:rPr>
              <a:t>Income</a:t>
            </a:r>
            <a:endParaRPr lang="en-US" dirty="0">
              <a:cs typeface="Arial"/>
            </a:endParaRPr>
          </a:p>
          <a:p>
            <a:pPr marL="287020" indent="-285750" algn="just">
              <a:buClrTx/>
              <a:buFont typeface="Wingdings" panose="02020603050405020304" pitchFamily="18" charset="0"/>
              <a:buChar char="v"/>
            </a:pPr>
            <a:r>
              <a:rPr lang="en-US" sz="1800" dirty="0">
                <a:latin typeface="Arial"/>
                <a:ea typeface="Microsoft YaHei"/>
                <a:cs typeface="Arial"/>
              </a:rPr>
              <a:t>Credit history</a:t>
            </a:r>
            <a:endParaRPr lang="en-US" dirty="0">
              <a:latin typeface="Arial"/>
              <a:ea typeface="Microsoft YaHei"/>
              <a:cs typeface="Arial"/>
            </a:endParaRPr>
          </a:p>
          <a:p>
            <a:pPr marL="287020" indent="-285750" algn="just">
              <a:buClrTx/>
              <a:buFont typeface="Wingdings" panose="02020603050405020304" pitchFamily="18" charset="0"/>
              <a:buChar char="v"/>
            </a:pPr>
            <a:r>
              <a:rPr lang="en-US" sz="1800" dirty="0">
                <a:latin typeface="Arial"/>
                <a:ea typeface="Microsoft YaHei"/>
                <a:cs typeface="Arial"/>
              </a:rPr>
              <a:t>Current EMI</a:t>
            </a:r>
          </a:p>
          <a:p>
            <a:pPr marL="287020" indent="-285750" algn="just">
              <a:buClrTx/>
              <a:buFont typeface="Wingdings" panose="02020603050405020304" pitchFamily="18" charset="0"/>
              <a:buChar char="v"/>
            </a:pPr>
            <a:endParaRPr lang="en-US" sz="18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4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0" name="Text Box 2">
            <a:extLst>
              <a:ext uri="{FF2B5EF4-FFF2-40B4-BE49-F238E27FC236}">
                <a16:creationId xmlns:a16="http://schemas.microsoft.com/office/drawing/2014/main" id="{8C2BE59C-C228-417F-8C5F-99B57DEDC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Logistic Regression</a:t>
            </a:r>
            <a:endParaRPr lang="en-US" alt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611" y="1072552"/>
            <a:ext cx="7729627" cy="3548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4170" indent="-34290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Logistic Regression:</a:t>
            </a:r>
          </a:p>
          <a:p>
            <a:pPr marL="344170" indent="-342900" algn="just">
              <a:buClrTx/>
              <a:buFont typeface="Wingdings" pitchFamily="2" charset="2"/>
              <a:buChar char="§"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Wingdings" pitchFamily="2" charset="2"/>
              <a:buChar char="§"/>
            </a:pPr>
            <a:r>
              <a:rPr lang="en-US" sz="2000" dirty="0">
                <a:latin typeface="Arial"/>
                <a:ea typeface="Microsoft YaHei"/>
                <a:cs typeface="Arial"/>
              </a:rPr>
              <a:t>The Target/dependent variable in Logistic regression is a Decision </a:t>
            </a:r>
            <a:r>
              <a:rPr lang="en-US" sz="2000" dirty="0" err="1">
                <a:latin typeface="Arial"/>
                <a:ea typeface="Microsoft YaHei"/>
                <a:cs typeface="Arial"/>
              </a:rPr>
              <a:t>i.e</a:t>
            </a:r>
            <a:r>
              <a:rPr lang="en-US" sz="2000" dirty="0">
                <a:latin typeface="Arial"/>
                <a:ea typeface="Microsoft YaHei"/>
                <a:cs typeface="Arial"/>
              </a:rPr>
              <a:t>  YES/NO (or) TRUE/FALSE (or) 0/1</a:t>
            </a: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 marL="0" indent="0" algn="just">
              <a:buClrTx/>
            </a:pPr>
            <a:r>
              <a:rPr lang="en-US" sz="1800" dirty="0">
                <a:latin typeface="Arial"/>
                <a:ea typeface="Microsoft YaHei"/>
                <a:cs typeface="Arial"/>
              </a:rPr>
              <a:t> The incoming mail is Spam(Yes/No)? Based on..</a:t>
            </a:r>
            <a:endParaRPr lang="en-US" sz="1800" dirty="0">
              <a:cs typeface="Arial" panose="020B0604020202020204" pitchFamily="34" charset="0"/>
            </a:endParaRPr>
          </a:p>
          <a:p>
            <a:pPr marL="0" indent="0" algn="just">
              <a:buClrTx/>
            </a:pPr>
            <a:endParaRPr lang="en-US" sz="1800" dirty="0">
              <a:latin typeface="Arial"/>
              <a:ea typeface="Microsoft YaHei"/>
              <a:cs typeface="Arial"/>
            </a:endParaRPr>
          </a:p>
          <a:p>
            <a:pPr marL="287020" indent="-285750" algn="just">
              <a:buClrTx/>
              <a:buFont typeface="Wingdings" panose="02020603050405020304" pitchFamily="18" charset="0"/>
              <a:buChar char="v"/>
            </a:pPr>
            <a:r>
              <a:rPr lang="en-US" sz="1800" dirty="0">
                <a:latin typeface="Arial"/>
                <a:ea typeface="Microsoft YaHei"/>
                <a:cs typeface="Arial"/>
              </a:rPr>
              <a:t>Subject</a:t>
            </a:r>
            <a:endParaRPr lang="en-US" dirty="0">
              <a:cs typeface="Arial"/>
            </a:endParaRPr>
          </a:p>
          <a:p>
            <a:pPr marL="287020" indent="-285750" algn="just">
              <a:buClrTx/>
              <a:buFont typeface="Wingdings" panose="02020603050405020304" pitchFamily="18" charset="0"/>
              <a:buChar char="v"/>
            </a:pPr>
            <a:r>
              <a:rPr lang="en-US" sz="1800" dirty="0">
                <a:latin typeface="Arial"/>
                <a:ea typeface="Microsoft YaHei"/>
                <a:cs typeface="Arial"/>
              </a:rPr>
              <a:t>Sender mail-id</a:t>
            </a:r>
          </a:p>
          <a:p>
            <a:pPr marL="287020" indent="-285750" algn="just">
              <a:buClrTx/>
              <a:buFont typeface="Wingdings" panose="02020603050405020304" pitchFamily="18" charset="0"/>
              <a:buChar char="v"/>
            </a:pPr>
            <a:r>
              <a:rPr lang="en-US" sz="1800" dirty="0">
                <a:latin typeface="Arial"/>
                <a:ea typeface="Microsoft YaHei"/>
                <a:cs typeface="Arial"/>
              </a:rPr>
              <a:t>Body of mail</a:t>
            </a:r>
            <a:endParaRPr lang="en-US" sz="1800" dirty="0">
              <a:cs typeface="Arial"/>
            </a:endParaRPr>
          </a:p>
          <a:p>
            <a:pPr marL="287020" indent="-285750" algn="just">
              <a:buClrTx/>
              <a:buFont typeface="Wingdings" panose="02020603050405020304" pitchFamily="18" charset="0"/>
              <a:buChar char="v"/>
            </a:pPr>
            <a:r>
              <a:rPr lang="en-US" sz="1800" dirty="0">
                <a:latin typeface="Arial"/>
                <a:ea typeface="Microsoft YaHei"/>
                <a:cs typeface="Arial"/>
              </a:rPr>
              <a:t>Mail server</a:t>
            </a:r>
            <a:endParaRPr lang="en-US" dirty="0" err="1"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</p:spTree>
    <p:extLst>
      <p:ext uri="{BB962C8B-B14F-4D97-AF65-F5344CB8AC3E}">
        <p14:creationId xmlns:p14="http://schemas.microsoft.com/office/powerpoint/2010/main" val="19571910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5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0" name="Text Box 2">
            <a:extLst>
              <a:ext uri="{FF2B5EF4-FFF2-40B4-BE49-F238E27FC236}">
                <a16:creationId xmlns:a16="http://schemas.microsoft.com/office/drawing/2014/main" id="{8C2BE59C-C228-417F-8C5F-99B57DEDC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Logistic Regression </a:t>
            </a:r>
            <a:endParaRPr lang="en-US" alt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A6C7E0-2C35-44D9-9296-709C08F83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632556"/>
              </p:ext>
            </p:extLst>
          </p:nvPr>
        </p:nvGraphicFramePr>
        <p:xfrm>
          <a:off x="603849" y="1033157"/>
          <a:ext cx="78155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9047">
                  <a:extLst>
                    <a:ext uri="{9D8B030D-6E8A-4147-A177-3AD203B41FA5}">
                      <a16:colId xmlns:a16="http://schemas.microsoft.com/office/drawing/2014/main" val="3538842910"/>
                    </a:ext>
                  </a:extLst>
                </a:gridCol>
                <a:gridCol w="2649047">
                  <a:extLst>
                    <a:ext uri="{9D8B030D-6E8A-4147-A177-3AD203B41FA5}">
                      <a16:colId xmlns:a16="http://schemas.microsoft.com/office/drawing/2014/main" val="1055982457"/>
                    </a:ext>
                  </a:extLst>
                </a:gridCol>
                <a:gridCol w="2517501">
                  <a:extLst>
                    <a:ext uri="{9D8B030D-6E8A-4147-A177-3AD203B41FA5}">
                      <a16:colId xmlns:a16="http://schemas.microsoft.com/office/drawing/2014/main" val="3638082571"/>
                    </a:ext>
                  </a:extLst>
                </a:gridCol>
              </a:tblGrid>
              <a:tr h="317065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Loan Repaid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484470"/>
                  </a:ext>
                </a:extLst>
              </a:tr>
              <a:tr h="317065"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691989"/>
                  </a:ext>
                </a:extLst>
              </a:tr>
              <a:tr h="317065">
                <a:tc>
                  <a:txBody>
                    <a:bodyPr/>
                    <a:lstStyle/>
                    <a:p>
                      <a:r>
                        <a:rPr lang="en-US" dirty="0"/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3548582"/>
                  </a:ext>
                </a:extLst>
              </a:tr>
              <a:tr h="317065">
                <a:tc>
                  <a:txBody>
                    <a:bodyPr/>
                    <a:lstStyle/>
                    <a:p>
                      <a:r>
                        <a:rPr lang="en-US" dirty="0"/>
                        <a:t>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4761"/>
                  </a:ext>
                </a:extLst>
              </a:tr>
              <a:tr h="317065"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161481"/>
                  </a:ext>
                </a:extLst>
              </a:tr>
              <a:tr h="317065">
                <a:tc>
                  <a:txBody>
                    <a:bodyPr/>
                    <a:lstStyle/>
                    <a:p>
                      <a:r>
                        <a:rPr lang="en-US" dirty="0"/>
                        <a:t>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9317740"/>
                  </a:ext>
                </a:extLst>
              </a:tr>
              <a:tr h="317065"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164213"/>
                  </a:ext>
                </a:extLst>
              </a:tr>
              <a:tr h="317065">
                <a:tc>
                  <a:txBody>
                    <a:bodyPr/>
                    <a:lstStyle/>
                    <a:p>
                      <a:r>
                        <a:rPr lang="en-US" dirty="0"/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694413"/>
                  </a:ext>
                </a:extLst>
              </a:tr>
              <a:tr h="317065"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3332914"/>
                  </a:ext>
                </a:extLst>
              </a:tr>
              <a:tr h="317065"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022312"/>
                  </a:ext>
                </a:extLst>
              </a:tr>
              <a:tr h="317065">
                <a:tc>
                  <a:txBody>
                    <a:bodyPr/>
                    <a:lstStyle/>
                    <a:p>
                      <a:r>
                        <a:rPr lang="en-US" dirty="0"/>
                        <a:t>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240443"/>
                  </a:ext>
                </a:extLst>
              </a:tr>
              <a:tr h="317065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0810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90495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6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0" name="Text Box 2">
            <a:extLst>
              <a:ext uri="{FF2B5EF4-FFF2-40B4-BE49-F238E27FC236}">
                <a16:creationId xmlns:a16="http://schemas.microsoft.com/office/drawing/2014/main" id="{8C2BE59C-C228-417F-8C5F-99B57DEDC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Logistic Regression</a:t>
            </a:r>
            <a:endParaRPr lang="en-US" alt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611" y="1072552"/>
            <a:ext cx="7729627" cy="2613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4170" indent="-34290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Logistic Regression:</a:t>
            </a:r>
          </a:p>
          <a:p>
            <a:pPr marL="344170" indent="-342900" algn="just">
              <a:buClrTx/>
              <a:buFont typeface="Wingdings" pitchFamily="2" charset="2"/>
              <a:buChar char="§"/>
            </a:pPr>
            <a:r>
              <a:rPr lang="en-US" sz="2000" dirty="0">
                <a:latin typeface="Arial"/>
                <a:ea typeface="Microsoft YaHei"/>
                <a:cs typeface="Arial"/>
              </a:rPr>
              <a:t>We want binary classifier(mathematical function) which generates Y=0(will not repay) or Y=1(will repay) by taking age and salary of the person as input</a:t>
            </a:r>
            <a:endParaRPr lang="en-US" sz="2000" dirty="0">
              <a:cs typeface="Arial"/>
            </a:endParaRPr>
          </a:p>
          <a:p>
            <a:pPr marL="285750" indent="-285750" algn="just">
              <a:buClrTx/>
              <a:buFont typeface="Wingdings" panose="02020603050405020304" pitchFamily="18" charset="0"/>
              <a:buChar char="v"/>
            </a:pPr>
            <a:r>
              <a:rPr lang="en-US" sz="1800" dirty="0">
                <a:latin typeface="Arial"/>
                <a:ea typeface="Microsoft YaHei"/>
                <a:cs typeface="Arial"/>
              </a:rPr>
              <a:t>Independent variables : Age and Salary</a:t>
            </a:r>
            <a:endParaRPr lang="en-US" dirty="0">
              <a:cs typeface="Arial"/>
            </a:endParaRPr>
          </a:p>
          <a:p>
            <a:pPr marL="285750" indent="-285750" algn="just">
              <a:buClrTx/>
              <a:buFont typeface="Wingdings" panose="02020603050405020304" pitchFamily="18" charset="0"/>
              <a:buChar char="v"/>
            </a:pPr>
            <a:r>
              <a:rPr lang="en-US" sz="1800" dirty="0">
                <a:latin typeface="Arial"/>
                <a:ea typeface="Microsoft YaHei"/>
                <a:cs typeface="Arial"/>
              </a:rPr>
              <a:t>Dependent variable : zero or one</a:t>
            </a:r>
            <a:endParaRPr lang="en-US" dirty="0"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30DCCD-A6FD-436C-9B8C-26C7794415CF}"/>
              </a:ext>
            </a:extLst>
          </p:cNvPr>
          <p:cNvSpPr/>
          <p:nvPr/>
        </p:nvSpPr>
        <p:spPr bwMode="auto">
          <a:xfrm>
            <a:off x="3237781" y="4107611"/>
            <a:ext cx="2265871" cy="684363"/>
          </a:xfrm>
          <a:prstGeom prst="roundRect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400" dirty="0">
                <a:latin typeface="Arial"/>
                <a:ea typeface="Microsoft YaHei"/>
                <a:cs typeface="Arial"/>
              </a:rPr>
              <a:t>f(age, salary)</a:t>
            </a:r>
            <a:endParaRPr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panose="020B0503020204020204" pitchFamily="34" charset="-122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EC37AF-31B0-435C-A108-A451B88071D7}"/>
              </a:ext>
            </a:extLst>
          </p:cNvPr>
          <p:cNvSpPr txBox="1"/>
          <p:nvPr/>
        </p:nvSpPr>
        <p:spPr>
          <a:xfrm>
            <a:off x="395917" y="3889615"/>
            <a:ext cx="1621767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latin typeface="Arial"/>
                <a:ea typeface="Microsoft YaHei"/>
                <a:cs typeface="Arial"/>
              </a:rPr>
              <a:t>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2BD317-BCEA-4750-9E5A-FEEB295CB09F}"/>
              </a:ext>
            </a:extLst>
          </p:cNvPr>
          <p:cNvSpPr txBox="1"/>
          <p:nvPr/>
        </p:nvSpPr>
        <p:spPr>
          <a:xfrm>
            <a:off x="395916" y="4608482"/>
            <a:ext cx="1621767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latin typeface="Arial"/>
                <a:ea typeface="Microsoft YaHei"/>
                <a:cs typeface="Arial"/>
              </a:rPr>
              <a:t>Salary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D743C5-81BD-4EAD-AC7F-F6FB888B8C26}"/>
              </a:ext>
            </a:extLst>
          </p:cNvPr>
          <p:cNvCxnSpPr/>
          <p:nvPr/>
        </p:nvCxnSpPr>
        <p:spPr bwMode="auto">
          <a:xfrm>
            <a:off x="1050625" y="4120191"/>
            <a:ext cx="2122098" cy="26742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D7513E2-22B4-48A3-872B-BEEC097D45B7}"/>
              </a:ext>
            </a:extLst>
          </p:cNvPr>
          <p:cNvCxnSpPr>
            <a:cxnSpLocks/>
          </p:cNvCxnSpPr>
          <p:nvPr/>
        </p:nvCxnSpPr>
        <p:spPr bwMode="auto">
          <a:xfrm flipV="1">
            <a:off x="1208775" y="4502629"/>
            <a:ext cx="1906438" cy="26454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64C5A1B-3273-4963-8B95-941F26123646}"/>
              </a:ext>
            </a:extLst>
          </p:cNvPr>
          <p:cNvSpPr txBox="1"/>
          <p:nvPr/>
        </p:nvSpPr>
        <p:spPr>
          <a:xfrm>
            <a:off x="7455199" y="3774596"/>
            <a:ext cx="1621767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  <a:ea typeface="Microsoft YaHei"/>
                <a:cs typeface="Arial"/>
              </a:rPr>
              <a:t>Repay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40CEAC-D086-4D50-ABC4-9CB96CDAA91C}"/>
              </a:ext>
            </a:extLst>
          </p:cNvPr>
          <p:cNvSpPr txBox="1"/>
          <p:nvPr/>
        </p:nvSpPr>
        <p:spPr>
          <a:xfrm>
            <a:off x="7527085" y="4522218"/>
            <a:ext cx="1621767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  <a:ea typeface="Microsoft YaHei"/>
                <a:cs typeface="Arial"/>
              </a:rPr>
              <a:t>Will not Repay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6E9EDF-AE5F-44E1-AD5A-D45965C476D9}"/>
              </a:ext>
            </a:extLst>
          </p:cNvPr>
          <p:cNvCxnSpPr/>
          <p:nvPr/>
        </p:nvCxnSpPr>
        <p:spPr bwMode="auto">
          <a:xfrm flipV="1">
            <a:off x="5521085" y="4027278"/>
            <a:ext cx="1633268" cy="32205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F5E7A8-44E8-419D-898D-2595C340AB1D}"/>
              </a:ext>
            </a:extLst>
          </p:cNvPr>
          <p:cNvCxnSpPr>
            <a:cxnSpLocks/>
          </p:cNvCxnSpPr>
          <p:nvPr/>
        </p:nvCxnSpPr>
        <p:spPr bwMode="auto">
          <a:xfrm>
            <a:off x="5578593" y="4421217"/>
            <a:ext cx="1475118" cy="209909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4390285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7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0" name="Text Box 2">
            <a:extLst>
              <a:ext uri="{FF2B5EF4-FFF2-40B4-BE49-F238E27FC236}">
                <a16:creationId xmlns:a16="http://schemas.microsoft.com/office/drawing/2014/main" id="{8C2BE59C-C228-417F-8C5F-99B57DEDC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Logistic Regression - Classifier</a:t>
            </a:r>
            <a:endParaRPr lang="en-US" alt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649" y="2064590"/>
            <a:ext cx="7729627" cy="2800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207645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Logistic Regression:</a:t>
            </a:r>
          </a:p>
          <a:p>
            <a:pPr marL="207645" algn="just">
              <a:buClrTx/>
              <a:buFont typeface="Wingdings" pitchFamily="2" charset="2"/>
              <a:buChar char="§"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 marL="207645" algn="just">
              <a:buClrTx/>
              <a:buFont typeface="Wingdings" pitchFamily="2" charset="2"/>
              <a:buChar char="§"/>
            </a:pPr>
            <a:r>
              <a:rPr lang="en-US" sz="2000" dirty="0">
                <a:latin typeface="Arial"/>
                <a:ea typeface="Microsoft YaHei"/>
                <a:cs typeface="Arial"/>
              </a:rPr>
              <a:t>The classifier instead of giving binary values Y=0 or Y=1, it will predict the probability of belonging to class 1</a:t>
            </a: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Wingdings" pitchFamily="2" charset="2"/>
              <a:buChar char="§"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 marL="207645" algn="just">
              <a:buClrTx/>
              <a:buFont typeface="Wingdings" pitchFamily="2" charset="2"/>
              <a:buChar char="§"/>
            </a:pPr>
            <a:r>
              <a:rPr lang="en-US" sz="2000" dirty="0">
                <a:latin typeface="Arial"/>
                <a:ea typeface="Microsoft YaHei"/>
                <a:cs typeface="Arial"/>
              </a:rPr>
              <a:t>In general, for k independent variables</a:t>
            </a: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Wingdings" pitchFamily="2" charset="2"/>
              <a:buChar char="§"/>
            </a:pPr>
            <a:r>
              <a:rPr lang="en-US" sz="2000" dirty="0">
                <a:latin typeface="Arial"/>
                <a:ea typeface="Microsoft YaHei"/>
                <a:cs typeface="Arial"/>
              </a:rPr>
              <a:t>Where a0+a1*x1+a2*x2+…+</a:t>
            </a:r>
            <a:r>
              <a:rPr lang="en-US" sz="2000" dirty="0" err="1">
                <a:latin typeface="Arial"/>
                <a:ea typeface="Microsoft YaHei"/>
                <a:cs typeface="Arial"/>
              </a:rPr>
              <a:t>ak</a:t>
            </a:r>
            <a:r>
              <a:rPr lang="en-US" sz="2000" dirty="0">
                <a:latin typeface="Arial"/>
                <a:ea typeface="Microsoft YaHei"/>
                <a:cs typeface="Arial"/>
              </a:rPr>
              <a:t>*</a:t>
            </a:r>
            <a:r>
              <a:rPr lang="en-US" sz="2000" dirty="0" err="1">
                <a:latin typeface="Arial"/>
                <a:ea typeface="Microsoft YaHei"/>
                <a:cs typeface="Arial"/>
              </a:rPr>
              <a:t>xk</a:t>
            </a:r>
            <a:r>
              <a:rPr lang="en-US" sz="2000" dirty="0">
                <a:latin typeface="Arial"/>
                <a:ea typeface="Microsoft YaHei"/>
                <a:cs typeface="Arial"/>
              </a:rPr>
              <a:t> is called </a:t>
            </a:r>
            <a:r>
              <a:rPr lang="en-US" sz="2000" b="1" dirty="0" err="1">
                <a:latin typeface="Arial"/>
                <a:ea typeface="Microsoft YaHei"/>
                <a:cs typeface="Arial"/>
              </a:rPr>
              <a:t>logit</a:t>
            </a:r>
            <a:endParaRPr lang="en-US" sz="2000" b="1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pic>
        <p:nvPicPr>
          <p:cNvPr id="9" name="Picture 9" descr="A picture containing clock&#10;&#10;Description generated with very high confidence">
            <a:extLst>
              <a:ext uri="{FF2B5EF4-FFF2-40B4-BE49-F238E27FC236}">
                <a16:creationId xmlns:a16="http://schemas.microsoft.com/office/drawing/2014/main" id="{7606DBD2-8C17-4791-A273-E14BE103F42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87531" y="2588768"/>
            <a:ext cx="3160143" cy="901983"/>
          </a:xfrm>
          <a:prstGeom prst="rect">
            <a:avLst/>
          </a:prstGeom>
        </p:spPr>
      </p:pic>
      <p:pic>
        <p:nvPicPr>
          <p:cNvPr id="15" name="Picture 17" descr="A picture containing clock&#10;&#10;Description generated with very high confidence">
            <a:extLst>
              <a:ext uri="{FF2B5EF4-FFF2-40B4-BE49-F238E27FC236}">
                <a16:creationId xmlns:a16="http://schemas.microsoft.com/office/drawing/2014/main" id="{BEAC665A-DC97-4AC4-891B-0EE6F160718E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14362" y="4103662"/>
            <a:ext cx="3922143" cy="58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682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8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649" y="2064590"/>
            <a:ext cx="7729627" cy="658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 marL="207645" algn="just">
              <a:buClrTx/>
            </a:pPr>
            <a:endParaRPr lang="en-US" sz="2000" b="1" dirty="0">
              <a:latin typeface="Arial"/>
              <a:ea typeface="Microsoft YaHei"/>
              <a:cs typeface="Arial"/>
            </a:endParaRPr>
          </a:p>
          <a:p>
            <a:pPr marL="207645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Logistic Regression:</a:t>
            </a:r>
          </a:p>
          <a:p>
            <a:pPr marL="207645" algn="just">
              <a:buClrTx/>
            </a:pPr>
            <a:endParaRPr lang="en-US" sz="2000" b="1" dirty="0">
              <a:latin typeface="Arial"/>
              <a:ea typeface="Microsoft YaHei"/>
              <a:cs typeface="Arial"/>
            </a:endParaRPr>
          </a:p>
          <a:p>
            <a:pPr marL="207645" algn="just">
              <a:buClrTx/>
              <a:buFont typeface="Wingdings" pitchFamily="2" charset="2"/>
              <a:buChar char="§"/>
            </a:pPr>
            <a:r>
              <a:rPr lang="en-US" sz="2000" dirty="0">
                <a:latin typeface="Arial"/>
                <a:ea typeface="Microsoft YaHei"/>
                <a:cs typeface="Arial"/>
              </a:rPr>
              <a:t>The Logistic classifier forms a sigmoid function </a:t>
            </a:r>
            <a:r>
              <a:rPr lang="en-US" sz="2000" dirty="0" err="1">
                <a:latin typeface="Arial"/>
                <a:ea typeface="Microsoft YaHei"/>
                <a:cs typeface="Arial"/>
              </a:rPr>
              <a:t>w.r.t</a:t>
            </a:r>
            <a:r>
              <a:rPr lang="en-US" sz="2000" dirty="0">
                <a:latin typeface="Arial"/>
                <a:ea typeface="Microsoft YaHei"/>
                <a:cs typeface="Arial"/>
              </a:rPr>
              <a:t> X variables </a:t>
            </a:r>
            <a:r>
              <a:rPr lang="en-US" sz="2000" dirty="0" err="1">
                <a:latin typeface="Arial"/>
                <a:ea typeface="Microsoft YaHei"/>
                <a:cs typeface="Arial"/>
              </a:rPr>
              <a:t>i.e</a:t>
            </a:r>
            <a:r>
              <a:rPr lang="en-US" sz="2000" dirty="0">
                <a:latin typeface="Arial"/>
                <a:ea typeface="Microsoft YaHei"/>
                <a:cs typeface="Arial"/>
              </a:rPr>
              <a:t> if the value of </a:t>
            </a:r>
            <a:r>
              <a:rPr lang="en-US" sz="2000" dirty="0" err="1">
                <a:latin typeface="Arial"/>
                <a:ea typeface="Microsoft YaHei"/>
                <a:cs typeface="Arial"/>
              </a:rPr>
              <a:t>logit</a:t>
            </a:r>
            <a:r>
              <a:rPr lang="en-US" sz="2000" dirty="0">
                <a:latin typeface="Arial"/>
                <a:ea typeface="Microsoft YaHei"/>
                <a:cs typeface="Arial"/>
              </a:rPr>
              <a:t> move towards +infinity, probability moves close to 1, and if </a:t>
            </a:r>
            <a:r>
              <a:rPr lang="en-US" sz="2000" dirty="0" err="1">
                <a:latin typeface="Arial"/>
                <a:ea typeface="Microsoft YaHei"/>
                <a:cs typeface="Arial"/>
              </a:rPr>
              <a:t>logit</a:t>
            </a:r>
            <a:r>
              <a:rPr lang="en-US" sz="2000" dirty="0">
                <a:latin typeface="Arial"/>
                <a:ea typeface="Microsoft YaHei"/>
                <a:cs typeface="Arial"/>
              </a:rPr>
              <a:t> move towards  -infinity, probability comes down to zero.</a:t>
            </a:r>
            <a:endParaRPr lang="en-US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b="1" dirty="0"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pic>
        <p:nvPicPr>
          <p:cNvPr id="2" name="Picture 2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9C409F81-EBA7-48F5-B733-F9C0D28EAD0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4076" y="2885021"/>
            <a:ext cx="5122113" cy="2722173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160BD153-1D92-456E-810A-477541E47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Logistic Regression - Classifier</a:t>
            </a:r>
            <a:endParaRPr lang="en-US" alt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78479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9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94" y="1464089"/>
            <a:ext cx="7729627" cy="3312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endParaRPr lang="en-US" sz="2000" dirty="0"/>
          </a:p>
          <a:p>
            <a:r>
              <a:rPr lang="en-US" sz="2400" b="1" dirty="0">
                <a:latin typeface="Arial"/>
                <a:ea typeface="Microsoft YaHei"/>
                <a:cs typeface="Arial"/>
              </a:rPr>
              <a:t>Logistic Regression:</a:t>
            </a:r>
          </a:p>
          <a:p>
            <a:endParaRPr lang="en-US" sz="2000" dirty="0"/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Let X be the data instance, and Y be the class label: Learn P(Y|X)  directly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Let W = (W1, W2, … </a:t>
            </a:r>
            <a:r>
              <a:rPr lang="en-US" sz="2000" dirty="0" err="1"/>
              <a:t>Wn</a:t>
            </a:r>
            <a:r>
              <a:rPr lang="en-US" sz="2000" dirty="0"/>
              <a:t>), X=(X1, X2, …, </a:t>
            </a:r>
            <a:r>
              <a:rPr lang="en-US" sz="2000" dirty="0" err="1"/>
              <a:t>Xn</a:t>
            </a:r>
            <a:r>
              <a:rPr lang="en-US" sz="2000" dirty="0"/>
              <a:t>), </a:t>
            </a:r>
            <a:r>
              <a:rPr lang="en-US" sz="2000" b="1" dirty="0"/>
              <a:t>WX is the dot product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Sigmoid function: </a:t>
            </a:r>
          </a:p>
          <a:p>
            <a:endParaRPr lang="en-US" sz="2000" b="1" dirty="0"/>
          </a:p>
          <a:p>
            <a:endParaRPr lang="en-US" sz="2000" b="1" dirty="0"/>
          </a:p>
          <a:p>
            <a:pPr marL="207645" algn="just">
              <a:buClrTx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b="1" dirty="0"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160BD153-1D92-456E-810A-477541E47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Logistic Regression - Classifier</a:t>
            </a:r>
            <a:endParaRPr lang="en-US" alt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7915" y="3468806"/>
            <a:ext cx="334327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2016" y="3086670"/>
            <a:ext cx="3367585" cy="2369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178479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10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0" name="Text Box 2">
            <a:extLst>
              <a:ext uri="{FF2B5EF4-FFF2-40B4-BE49-F238E27FC236}">
                <a16:creationId xmlns:a16="http://schemas.microsoft.com/office/drawing/2014/main" id="{8C2BE59C-C228-417F-8C5F-99B57DEDC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Logistic Regression – Decision boundary</a:t>
            </a:r>
            <a:endParaRPr lang="en-US" alt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81" y="3142892"/>
            <a:ext cx="7513965" cy="1046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 marL="207645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Logistic Regression:</a:t>
            </a:r>
          </a:p>
          <a:p>
            <a:pPr marL="207645" algn="just">
              <a:buClrTx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1800" dirty="0">
              <a:latin typeface="Arial"/>
              <a:ea typeface="Microsoft YaHei"/>
              <a:cs typeface="Arial"/>
            </a:endParaRPr>
          </a:p>
          <a:p>
            <a:pPr marL="207645" algn="just">
              <a:buClrTx/>
              <a:buFont typeface="Wingdings" pitchFamily="2" charset="2"/>
              <a:buChar char="§"/>
            </a:pPr>
            <a:r>
              <a:rPr lang="en-US" sz="1800" dirty="0">
                <a:latin typeface="Arial"/>
                <a:ea typeface="Microsoft YaHei"/>
                <a:cs typeface="Arial"/>
              </a:rPr>
              <a:t>Data points above line falls into Y=1 class</a:t>
            </a:r>
            <a:endParaRPr lang="en-US" sz="1800" dirty="0">
              <a:cs typeface="Arial"/>
            </a:endParaRPr>
          </a:p>
          <a:p>
            <a:pPr marL="1270" indent="0" algn="just">
              <a:buClrTx/>
            </a:pPr>
            <a:r>
              <a:rPr lang="en-US" sz="1800" dirty="0">
                <a:latin typeface="Arial"/>
                <a:ea typeface="Microsoft YaHei"/>
                <a:cs typeface="Arial"/>
              </a:rPr>
              <a:t>     a0+a1*age+a2*salary &gt;= 0 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i.e</a:t>
            </a:r>
            <a:r>
              <a:rPr lang="en-US" sz="1800" dirty="0">
                <a:latin typeface="Arial"/>
                <a:ea typeface="Microsoft YaHei"/>
                <a:cs typeface="Arial"/>
              </a:rPr>
              <a:t> p &gt; 0.5</a:t>
            </a:r>
            <a:endParaRPr lang="en-US" sz="1800" dirty="0">
              <a:cs typeface="Arial"/>
            </a:endParaRPr>
          </a:p>
          <a:p>
            <a:pPr marL="1270" indent="0" algn="just">
              <a:buClrTx/>
            </a:pPr>
            <a:endParaRPr lang="en-US" sz="1800" dirty="0">
              <a:cs typeface="Arial"/>
            </a:endParaRPr>
          </a:p>
          <a:p>
            <a:pPr marL="207645" indent="-285750" algn="just">
              <a:buClrTx/>
              <a:buFont typeface="Wingdings" pitchFamily="2" charset="2"/>
              <a:buChar char="§"/>
            </a:pPr>
            <a:r>
              <a:rPr lang="en-US" sz="1800" dirty="0">
                <a:latin typeface="Arial"/>
                <a:ea typeface="Microsoft YaHei"/>
                <a:cs typeface="Arial"/>
              </a:rPr>
              <a:t>Data points below line falls into Y=0 class</a:t>
            </a:r>
          </a:p>
          <a:p>
            <a:pPr marL="1270" indent="0" algn="just">
              <a:buClrTx/>
            </a:pPr>
            <a:r>
              <a:rPr lang="en-US" sz="1800" dirty="0">
                <a:latin typeface="Arial"/>
                <a:ea typeface="Microsoft YaHei"/>
                <a:cs typeface="Arial"/>
              </a:rPr>
              <a:t>     a0+a1*age+a2*salary &lt; = 0 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i.e</a:t>
            </a:r>
            <a:r>
              <a:rPr lang="en-US" sz="1800" dirty="0">
                <a:latin typeface="Arial"/>
                <a:ea typeface="Microsoft YaHei"/>
                <a:cs typeface="Arial"/>
              </a:rPr>
              <a:t> p &lt; 0.5</a:t>
            </a:r>
          </a:p>
          <a:p>
            <a:pPr marL="1270" indent="0" algn="just">
              <a:buClrTx/>
            </a:pPr>
            <a:endParaRPr lang="en-US" sz="1800" dirty="0">
              <a:cs typeface="Arial"/>
            </a:endParaRPr>
          </a:p>
          <a:p>
            <a:pPr marL="1270" indent="0" algn="just">
              <a:buClrTx/>
            </a:pPr>
            <a:endParaRPr lang="en-US" sz="1800" dirty="0">
              <a:cs typeface="Arial"/>
            </a:endParaRPr>
          </a:p>
          <a:p>
            <a:pPr marL="1270" indent="0" algn="just">
              <a:buClrTx/>
            </a:pPr>
            <a:endParaRPr lang="en-US" sz="1800" dirty="0">
              <a:cs typeface="Arial"/>
            </a:endParaRPr>
          </a:p>
          <a:p>
            <a:pPr marL="1270" indent="0" algn="just">
              <a:buClrTx/>
            </a:pPr>
            <a:endParaRPr lang="en-US" sz="18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18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18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b="1" dirty="0"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pic>
        <p:nvPicPr>
          <p:cNvPr id="3" name="Picture 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FBAFE31E-C1CE-4E48-AA5F-5D3BC2D5EF6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98853" y="981074"/>
            <a:ext cx="3591464" cy="377441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922DFBE-195B-404E-872F-F9D2975DCB53}"/>
              </a:ext>
            </a:extLst>
          </p:cNvPr>
          <p:cNvCxnSpPr/>
          <p:nvPr/>
        </p:nvCxnSpPr>
        <p:spPr bwMode="auto">
          <a:xfrm>
            <a:off x="5873331" y="1812266"/>
            <a:ext cx="2257425" cy="2105025"/>
          </a:xfrm>
          <a:prstGeom prst="straightConnector1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12CF5D2-9018-4AD1-A2EF-C2E7E5E5DB09}"/>
              </a:ext>
            </a:extLst>
          </p:cNvPr>
          <p:cNvSpPr txBox="1"/>
          <p:nvPr/>
        </p:nvSpPr>
        <p:spPr>
          <a:xfrm>
            <a:off x="5419725" y="981075"/>
            <a:ext cx="1952625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Arial"/>
                <a:ea typeface="Microsoft YaHei"/>
                <a:cs typeface="Arial"/>
              </a:rPr>
              <a:t>Decision Boundary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54EFF23-C91A-442F-B6CD-6E29E8D3C22C}"/>
              </a:ext>
            </a:extLst>
          </p:cNvPr>
          <p:cNvCxnSpPr/>
          <p:nvPr/>
        </p:nvCxnSpPr>
        <p:spPr bwMode="auto">
          <a:xfrm flipH="1">
            <a:off x="6457950" y="1333500"/>
            <a:ext cx="114300" cy="866775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0936272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11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81" y="1814065"/>
            <a:ext cx="7513965" cy="874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1800" dirty="0">
              <a:latin typeface="Arial"/>
              <a:ea typeface="Microsoft YaHei"/>
              <a:cs typeface="Arial"/>
            </a:endParaRPr>
          </a:p>
          <a:p>
            <a:pPr marL="207645" algn="just">
              <a:buClrTx/>
            </a:pPr>
            <a:r>
              <a:rPr lang="en-US" sz="1800" b="1" dirty="0">
                <a:latin typeface="Arial"/>
                <a:ea typeface="Microsoft YaHei"/>
                <a:cs typeface="Arial"/>
              </a:rPr>
              <a:t>Logistic Regression:</a:t>
            </a:r>
          </a:p>
          <a:p>
            <a:pPr marL="207645" algn="just">
              <a:buClrTx/>
              <a:buFont typeface="Wingdings" pitchFamily="2" charset="2"/>
              <a:buChar char="§"/>
            </a:pPr>
            <a:r>
              <a:rPr lang="en-US" sz="1800" dirty="0">
                <a:latin typeface="Arial"/>
                <a:ea typeface="Microsoft YaHei"/>
                <a:cs typeface="Arial"/>
              </a:rPr>
              <a:t>How to decide on decision boundary / cut-off value?</a:t>
            </a:r>
            <a:endParaRPr lang="en-US" sz="1800" dirty="0">
              <a:cs typeface="Arial"/>
            </a:endParaRPr>
          </a:p>
          <a:p>
            <a:pPr marL="1270" indent="0" algn="just">
              <a:buClrTx/>
            </a:pPr>
            <a:endParaRPr lang="en-US" sz="1800" dirty="0">
              <a:cs typeface="Arial"/>
            </a:endParaRPr>
          </a:p>
          <a:p>
            <a:pPr marL="1270" indent="0" algn="just">
              <a:buClrTx/>
            </a:pPr>
            <a:endParaRPr lang="en-US" sz="1800" dirty="0">
              <a:cs typeface="Arial"/>
            </a:endParaRPr>
          </a:p>
          <a:p>
            <a:pPr marL="1270" indent="0" algn="just">
              <a:buClrTx/>
            </a:pPr>
            <a:endParaRPr lang="en-US" sz="18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18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18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b="1" dirty="0"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pic>
        <p:nvPicPr>
          <p:cNvPr id="2" name="Picture 3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50815567-7496-4443-8665-BCE2AC2B4E0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4684" y="1843534"/>
            <a:ext cx="2743200" cy="28830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830F321-9A89-48B6-8866-B109121D2734}"/>
              </a:ext>
            </a:extLst>
          </p:cNvPr>
          <p:cNvSpPr txBox="1"/>
          <p:nvPr/>
        </p:nvSpPr>
        <p:spPr>
          <a:xfrm>
            <a:off x="828136" y="4690973"/>
            <a:ext cx="177596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Arial"/>
                <a:ea typeface="Microsoft YaHei"/>
                <a:cs typeface="Arial"/>
              </a:rPr>
              <a:t>Cut-off = 0.5</a:t>
            </a:r>
            <a:r>
              <a:rPr lang="en-US" dirty="0">
                <a:latin typeface="Arial"/>
                <a:ea typeface="Microsoft YaHei"/>
                <a:cs typeface="Arial"/>
              </a:rPr>
              <a:t>t</a:t>
            </a:r>
            <a:endParaRPr lang="en-US">
              <a:latin typeface="Arial"/>
              <a:ea typeface="Microsoft YaHei"/>
              <a:cs typeface="Arial"/>
            </a:endParaRPr>
          </a:p>
        </p:txBody>
      </p:sp>
      <p:pic>
        <p:nvPicPr>
          <p:cNvPr id="19" name="Picture 3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FCC11B5C-C7DB-41E5-81EE-1684EFA82C1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00399" y="1814959"/>
            <a:ext cx="2743200" cy="2883023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4415914-48BB-42E6-8E4A-4715302D1196}"/>
              </a:ext>
            </a:extLst>
          </p:cNvPr>
          <p:cNvCxnSpPr/>
          <p:nvPr/>
        </p:nvCxnSpPr>
        <p:spPr bwMode="auto">
          <a:xfrm>
            <a:off x="3901656" y="2326616"/>
            <a:ext cx="1762125" cy="1543050"/>
          </a:xfrm>
          <a:prstGeom prst="straightConnector1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2" name="Picture 3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8E224B94-6D2B-472B-9D73-DEF5116F7E1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924549" y="1814959"/>
            <a:ext cx="2743200" cy="2883023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DED4853-337E-4619-A9BF-C861FAE720FB}"/>
              </a:ext>
            </a:extLst>
          </p:cNvPr>
          <p:cNvCxnSpPr>
            <a:cxnSpLocks/>
          </p:cNvCxnSpPr>
          <p:nvPr/>
        </p:nvCxnSpPr>
        <p:spPr bwMode="auto">
          <a:xfrm>
            <a:off x="6435306" y="2879066"/>
            <a:ext cx="1209675" cy="1143000"/>
          </a:xfrm>
          <a:prstGeom prst="straightConnector1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189EDFC-8989-4214-AC40-25D9969A9A55}"/>
              </a:ext>
            </a:extLst>
          </p:cNvPr>
          <p:cNvSpPr txBox="1"/>
          <p:nvPr/>
        </p:nvSpPr>
        <p:spPr>
          <a:xfrm>
            <a:off x="3790410" y="4690972"/>
            <a:ext cx="177596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Arial"/>
                <a:ea typeface="Microsoft YaHei"/>
                <a:cs typeface="Arial"/>
              </a:rPr>
              <a:t>Cut-off  &gt; 0.5</a:t>
            </a:r>
            <a:r>
              <a:rPr lang="en-US" dirty="0">
                <a:latin typeface="Arial"/>
                <a:ea typeface="Microsoft YaHei"/>
                <a:cs typeface="Arial"/>
              </a:rPr>
              <a:t>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FE2EAD-7610-422E-BBA4-E6E61B590181}"/>
              </a:ext>
            </a:extLst>
          </p:cNvPr>
          <p:cNvSpPr txBox="1"/>
          <p:nvPr/>
        </p:nvSpPr>
        <p:spPr>
          <a:xfrm>
            <a:off x="6400260" y="4690972"/>
            <a:ext cx="177596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Arial"/>
                <a:ea typeface="Microsoft YaHei"/>
                <a:cs typeface="Arial"/>
              </a:rPr>
              <a:t>Cut-off &lt; 0.5</a:t>
            </a:r>
            <a:r>
              <a:rPr lang="en-US" dirty="0">
                <a:latin typeface="Arial"/>
                <a:ea typeface="Microsoft YaHei"/>
                <a:cs typeface="Arial"/>
              </a:rPr>
              <a:t>t</a:t>
            </a:r>
            <a:endParaRPr lang="en-US">
              <a:latin typeface="Arial"/>
              <a:ea typeface="Microsoft YaHei"/>
              <a:cs typeface="Arial"/>
            </a:endParaRPr>
          </a:p>
        </p:txBody>
      </p:sp>
      <p:sp>
        <p:nvSpPr>
          <p:cNvPr id="16" name="Text Box 2">
            <a:extLst>
              <a:ext uri="{FF2B5EF4-FFF2-40B4-BE49-F238E27FC236}">
                <a16:creationId xmlns:a16="http://schemas.microsoft.com/office/drawing/2014/main" id="{04169DA3-9F25-4C0B-BC70-EF222DC05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Logistic Regression – Decision boundary</a:t>
            </a:r>
            <a:endParaRPr lang="en-US" alt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89007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12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81" y="1604515"/>
            <a:ext cx="7513965" cy="1626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 marL="207645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Logistic Regression:</a:t>
            </a:r>
          </a:p>
          <a:p>
            <a:pPr marL="207645" algn="just">
              <a:buClrTx/>
            </a:pPr>
            <a:endParaRPr lang="en-US" sz="1800" dirty="0">
              <a:latin typeface="Arial"/>
              <a:ea typeface="Microsoft YaHei"/>
              <a:cs typeface="Arial"/>
            </a:endParaRPr>
          </a:p>
          <a:p>
            <a:pPr marL="207645" algn="just">
              <a:buClrTx/>
              <a:buFont typeface="Wingdings" pitchFamily="2" charset="2"/>
              <a:buChar char="§"/>
            </a:pPr>
            <a:r>
              <a:rPr lang="en-US" sz="1800" dirty="0">
                <a:latin typeface="Arial"/>
                <a:ea typeface="Microsoft YaHei"/>
                <a:cs typeface="Arial"/>
              </a:rPr>
              <a:t>Let the classifier function is</a:t>
            </a:r>
            <a:endParaRPr lang="en-US" sz="18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1800" dirty="0">
              <a:cs typeface="Arial"/>
            </a:endParaRPr>
          </a:p>
          <a:p>
            <a:pPr marL="1270" indent="0" algn="just">
              <a:buClrTx/>
            </a:pPr>
            <a:endParaRPr lang="en-US" sz="1800" dirty="0">
              <a:cs typeface="Arial"/>
            </a:endParaRPr>
          </a:p>
          <a:p>
            <a:pPr marL="1270" indent="0" algn="just">
              <a:buClrTx/>
            </a:pPr>
            <a:endParaRPr lang="en-US" sz="1800" dirty="0">
              <a:cs typeface="Arial"/>
            </a:endParaRPr>
          </a:p>
          <a:p>
            <a:pPr marL="1270" indent="0" algn="just">
              <a:buClrTx/>
            </a:pPr>
            <a:endParaRPr lang="en-US" sz="1800" dirty="0">
              <a:cs typeface="Arial"/>
            </a:endParaRPr>
          </a:p>
          <a:p>
            <a:pPr marL="1270" indent="0" algn="just">
              <a:buClrTx/>
            </a:pPr>
            <a:r>
              <a:rPr lang="en-US" sz="1800" dirty="0">
                <a:latin typeface="Arial"/>
                <a:ea typeface="Microsoft YaHei"/>
                <a:cs typeface="Arial"/>
              </a:rPr>
              <a:t>Then cost function </a:t>
            </a: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18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dirty="0">
              <a:cs typeface="Arial"/>
            </a:endParaRPr>
          </a:p>
          <a:p>
            <a:pPr marL="207645" algn="just">
              <a:buClrTx/>
              <a:buFont typeface="Arial" panose="02020603050405020304" pitchFamily="18" charset="0"/>
              <a:buChar char="•"/>
            </a:pPr>
            <a:endParaRPr lang="en-US" sz="2000" b="1" dirty="0"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pic>
        <p:nvPicPr>
          <p:cNvPr id="3" name="Picture 3" descr="A picture containing clock&#10;&#10;Description generated with very high confidence">
            <a:extLst>
              <a:ext uri="{FF2B5EF4-FFF2-40B4-BE49-F238E27FC236}">
                <a16:creationId xmlns:a16="http://schemas.microsoft.com/office/drawing/2014/main" id="{AD1B7895-E0EA-40CD-AD0D-1C1D0156219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8274" b="1389"/>
          <a:stretch/>
        </p:blipFill>
        <p:spPr>
          <a:xfrm>
            <a:off x="2562225" y="1853688"/>
            <a:ext cx="3695706" cy="674155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ECFF1EE6-82FA-4182-B988-61E962AFC5F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38338" y="2062163"/>
            <a:ext cx="619125" cy="257175"/>
          </a:xfrm>
          <a:prstGeom prst="rect">
            <a:avLst/>
          </a:prstGeom>
        </p:spPr>
      </p:pic>
      <p:pic>
        <p:nvPicPr>
          <p:cNvPr id="9" name="Picture 9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C7D3B3F6-66E2-4093-A01D-371FC941D7AE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333625" y="2882976"/>
            <a:ext cx="5438775" cy="629021"/>
          </a:xfrm>
          <a:prstGeom prst="rect">
            <a:avLst/>
          </a:prstGeom>
        </p:spPr>
      </p:pic>
      <p:pic>
        <p:nvPicPr>
          <p:cNvPr id="11" name="Picture 11" descr="A picture containing bird&#10;&#10;Description generated with very high confidence">
            <a:extLst>
              <a:ext uri="{FF2B5EF4-FFF2-40B4-BE49-F238E27FC236}">
                <a16:creationId xmlns:a16="http://schemas.microsoft.com/office/drawing/2014/main" id="{577BAC47-EA1C-477F-A7B3-A59590DA6036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88742" y="3545432"/>
            <a:ext cx="2228850" cy="2009775"/>
          </a:xfrm>
          <a:prstGeom prst="rect">
            <a:avLst/>
          </a:prstGeom>
        </p:spPr>
      </p:pic>
      <p:pic>
        <p:nvPicPr>
          <p:cNvPr id="13" name="Picture 15" descr="A drawing of a person&#10;&#10;Description generated with high confidence">
            <a:extLst>
              <a:ext uri="{FF2B5EF4-FFF2-40B4-BE49-F238E27FC236}">
                <a16:creationId xmlns:a16="http://schemas.microsoft.com/office/drawing/2014/main" id="{B2770909-81B5-43E9-883C-E14D23D61B6B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69675" y="3545432"/>
            <a:ext cx="2238375" cy="2019300"/>
          </a:xfrm>
          <a:prstGeom prst="rect">
            <a:avLst/>
          </a:prstGeom>
        </p:spPr>
      </p:pic>
      <p:sp>
        <p:nvSpPr>
          <p:cNvPr id="17" name="Text Box 2">
            <a:extLst>
              <a:ext uri="{FF2B5EF4-FFF2-40B4-BE49-F238E27FC236}">
                <a16:creationId xmlns:a16="http://schemas.microsoft.com/office/drawing/2014/main" id="{35D55EDB-9879-4B18-A8D3-96F4901CD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Logistic Regression – Cost function</a:t>
            </a:r>
            <a:endParaRPr lang="en-US" alt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81242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13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0" name="Text Box 2">
            <a:extLst>
              <a:ext uri="{FF2B5EF4-FFF2-40B4-BE49-F238E27FC236}">
                <a16:creationId xmlns:a16="http://schemas.microsoft.com/office/drawing/2014/main" id="{8C2BE59C-C228-417F-8C5F-99B57DEDC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Logistic Regression – Multiclass classification</a:t>
            </a:r>
            <a:endParaRPr lang="en-US" alt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16" y="908353"/>
            <a:ext cx="7729627" cy="1994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285750" indent="-28575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Logistic Regression:</a:t>
            </a:r>
          </a:p>
          <a:p>
            <a:pPr marL="285750" indent="-285750" algn="just">
              <a:buClrTx/>
            </a:pPr>
            <a:endParaRPr lang="en-US" sz="1800" dirty="0">
              <a:latin typeface="Arial"/>
              <a:ea typeface="Microsoft YaHei"/>
              <a:cs typeface="Arial"/>
            </a:endParaRPr>
          </a:p>
          <a:p>
            <a:pPr marL="285750" indent="-285750" algn="just">
              <a:buClrTx/>
              <a:buFont typeface="Wingdings" panose="02020603050405020304" pitchFamily="18" charset="0"/>
              <a:buChar char="v"/>
            </a:pPr>
            <a:r>
              <a:rPr lang="en-US" sz="1800" dirty="0">
                <a:latin typeface="Arial"/>
                <a:ea typeface="Microsoft YaHei"/>
                <a:cs typeface="Arial"/>
              </a:rPr>
              <a:t>News classification: politics, movies, entertainment, sports</a:t>
            </a:r>
            <a:endParaRPr lang="en-US" sz="1800" dirty="0">
              <a:cs typeface="Arial"/>
            </a:endParaRPr>
          </a:p>
          <a:p>
            <a:pPr marL="285750" indent="-285750" algn="just">
              <a:buClrTx/>
              <a:buFont typeface="Wingdings" panose="02020603050405020304" pitchFamily="18" charset="0"/>
              <a:buChar char="v"/>
            </a:pPr>
            <a:r>
              <a:rPr lang="en-US" sz="1800" dirty="0">
                <a:latin typeface="Arial"/>
                <a:ea typeface="Microsoft YaHei"/>
                <a:cs typeface="Arial"/>
              </a:rPr>
              <a:t>Weather: Sunny, Cloudy, Rain, Snow</a:t>
            </a:r>
            <a:endParaRPr lang="en-US" sz="1800" dirty="0">
              <a:cs typeface="Arial"/>
            </a:endParaRPr>
          </a:p>
          <a:p>
            <a:pPr marL="285750" indent="-285750" algn="just">
              <a:buClrTx/>
              <a:buFont typeface="Wingdings" panose="02020603050405020304" pitchFamily="18" charset="0"/>
              <a:buChar char="v"/>
            </a:pPr>
            <a:endParaRPr lang="en-US" sz="1800" dirty="0">
              <a:cs typeface="Arial"/>
            </a:endParaRPr>
          </a:p>
          <a:p>
            <a:pPr marL="285750" indent="-285750" algn="just">
              <a:buClrTx/>
              <a:buFont typeface="Wingdings" panose="02020603050405020304" pitchFamily="18" charset="0"/>
              <a:buChar char="v"/>
            </a:pPr>
            <a:endParaRPr lang="en-US" sz="1800" dirty="0"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pic>
        <p:nvPicPr>
          <p:cNvPr id="2" name="Picture 2" descr="A picture containing clock&#10;&#10;Description generated with very high confidence">
            <a:extLst>
              <a:ext uri="{FF2B5EF4-FFF2-40B4-BE49-F238E27FC236}">
                <a16:creationId xmlns:a16="http://schemas.microsoft.com/office/drawing/2014/main" id="{30C7B8BA-F80C-4888-8414-CB64CF38854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90600" y="2454180"/>
            <a:ext cx="665797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2063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14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0" name="Text Box 2">
            <a:extLst>
              <a:ext uri="{FF2B5EF4-FFF2-40B4-BE49-F238E27FC236}">
                <a16:creationId xmlns:a16="http://schemas.microsoft.com/office/drawing/2014/main" id="{8C2BE59C-C228-417F-8C5F-99B57DEDC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Logistic Regression – Multiclass classification</a:t>
            </a:r>
            <a:endParaRPr lang="en-US" alt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111" y="758227"/>
            <a:ext cx="7729627" cy="1994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Logistic Regression:</a:t>
            </a:r>
          </a:p>
          <a:p>
            <a:pPr marL="0" indent="0" algn="just">
              <a:buClrTx/>
            </a:pPr>
            <a:r>
              <a:rPr lang="en-US" sz="1800" dirty="0">
                <a:latin typeface="Arial"/>
                <a:ea typeface="Microsoft YaHei"/>
                <a:cs typeface="Arial"/>
              </a:rPr>
              <a:t>How to perform Multiclass classification</a:t>
            </a:r>
            <a:endParaRPr lang="en-US" sz="1800" dirty="0">
              <a:cs typeface="Arial"/>
            </a:endParaRPr>
          </a:p>
          <a:p>
            <a:pPr marL="285750" indent="-285750" algn="just">
              <a:buClrTx/>
              <a:buFont typeface="Wingdings" panose="02020603050405020304" pitchFamily="18" charset="0"/>
              <a:buChar char="v"/>
            </a:pPr>
            <a:endParaRPr lang="en-US" sz="1800" dirty="0"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pic>
        <p:nvPicPr>
          <p:cNvPr id="3" name="Picture 3" descr="A picture containing clock&#10;&#10;Description generated with very high confidence">
            <a:extLst>
              <a:ext uri="{FF2B5EF4-FFF2-40B4-BE49-F238E27FC236}">
                <a16:creationId xmlns:a16="http://schemas.microsoft.com/office/drawing/2014/main" id="{2B3D88DF-A4B6-4F94-B264-8C96F690FED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4375" y="2249116"/>
            <a:ext cx="2743200" cy="2626468"/>
          </a:xfrm>
          <a:prstGeom prst="rect">
            <a:avLst/>
          </a:prstGeom>
        </p:spPr>
      </p:pic>
      <p:pic>
        <p:nvPicPr>
          <p:cNvPr id="5" name="Picture 5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61C8E8FC-FA90-42F7-8A00-0C8FC39D9EA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762375" y="2004626"/>
            <a:ext cx="4105275" cy="3553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3797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15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0" name="Text Box 2">
            <a:extLst>
              <a:ext uri="{FF2B5EF4-FFF2-40B4-BE49-F238E27FC236}">
                <a16:creationId xmlns:a16="http://schemas.microsoft.com/office/drawing/2014/main" id="{8C2BE59C-C228-417F-8C5F-99B57DEDC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Logistic Regression – Multiclass classification</a:t>
            </a:r>
            <a:endParaRPr lang="en-US" alt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199" y="2259481"/>
            <a:ext cx="8395958" cy="1994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Logistic Regression: Example</a:t>
            </a:r>
          </a:p>
          <a:p>
            <a:pPr marL="0" indent="0" algn="just">
              <a:buClrTx/>
            </a:pPr>
            <a:endParaRPr lang="en-US" sz="2400" b="1" dirty="0">
              <a:latin typeface="Arial"/>
              <a:ea typeface="Microsoft YaHei"/>
              <a:cs typeface="Arial"/>
            </a:endParaRPr>
          </a:p>
          <a:p>
            <a:pPr marL="0" indent="0" algn="just">
              <a:buClrTx/>
              <a:buFont typeface="Wingdings" pitchFamily="2" charset="2"/>
              <a:buChar char="§"/>
            </a:pPr>
            <a:r>
              <a:rPr lang="en-US" sz="2000" dirty="0">
                <a:latin typeface="Arial"/>
                <a:ea typeface="Microsoft YaHei"/>
                <a:cs typeface="Arial"/>
              </a:rPr>
              <a:t> Census Income dataset</a:t>
            </a:r>
          </a:p>
          <a:p>
            <a:pPr marL="0" indent="0" algn="just">
              <a:buClrTx/>
              <a:buFont typeface="Wingdings" pitchFamily="2" charset="2"/>
              <a:buChar char="§"/>
            </a:pPr>
            <a:endParaRPr lang="en-US" sz="2000" dirty="0">
              <a:cs typeface="Arial"/>
            </a:endParaRPr>
          </a:p>
          <a:p>
            <a:pPr marL="285750" indent="-285750" algn="just">
              <a:buClrTx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from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sklearn.linear_model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 import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LogisticRegression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Candara" pitchFamily="34" charset="0"/>
              <a:ea typeface="Microsoft YaHei"/>
              <a:cs typeface="Arial"/>
            </a:endParaRPr>
          </a:p>
          <a:p>
            <a:pPr marL="285750" indent="-285750" algn="just">
              <a:buClrTx/>
            </a:pP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log_reg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 =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LogisticRegression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random_state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=0).fit(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X_train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,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y_train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)</a:t>
            </a:r>
          </a:p>
          <a:p>
            <a:pPr marL="285750" indent="-285750" algn="just">
              <a:buClrTx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print(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log_reg.predict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X_test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))</a:t>
            </a:r>
          </a:p>
          <a:p>
            <a:r>
              <a:rPr lang="nl-NL" sz="20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[' &lt;=50K' ' &lt;=50K' ' &lt;=50K' ... ' &lt;=50K' ' &lt;=50K' ' &lt;=50K'] </a:t>
            </a:r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print("Accuracy of Logistic Regression = ",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log_reg.score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X_test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,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y_test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))</a:t>
            </a: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Accuracy of Logistic Regression = 0.7863852359376726 </a:t>
            </a:r>
          </a:p>
          <a:p>
            <a:br>
              <a:rPr lang="en-US" sz="1800" dirty="0"/>
            </a:br>
            <a:endParaRPr lang="nl-NL" sz="1800" dirty="0"/>
          </a:p>
          <a:p>
            <a:br>
              <a:rPr lang="nl-NL" sz="1800" dirty="0"/>
            </a:br>
            <a:endParaRPr lang="en-US" sz="1800" dirty="0"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</p:spTree>
    <p:extLst>
      <p:ext uri="{BB962C8B-B14F-4D97-AF65-F5344CB8AC3E}">
        <p14:creationId xmlns:p14="http://schemas.microsoft.com/office/powerpoint/2010/main" val="25383797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8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1">
            <a:extLst>
              <a:ext uri="{FF2B5EF4-FFF2-40B4-BE49-F238E27FC236}">
                <a16:creationId xmlns:a16="http://schemas.microsoft.com/office/drawing/2014/main" id="{264FF23A-30EB-4069-9B5E-258AE75F7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6342063"/>
            <a:ext cx="2133600" cy="26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563"/>
              </a:spcBef>
              <a:buClrTx/>
              <a:buFontTx/>
              <a:buNone/>
            </a:pPr>
            <a:r>
              <a:rPr lang="en-US" altLang="en-US" sz="900">
                <a:solidFill>
                  <a:srgbClr val="FFFFFF"/>
                </a:solidFill>
                <a:latin typeface="Myriad Pro" pitchFamily="32" charset="0"/>
              </a:rPr>
              <a:t>December 30, 2019</a:t>
            </a:r>
          </a:p>
        </p:txBody>
      </p:sp>
      <p:sp>
        <p:nvSpPr>
          <p:cNvPr id="13314" name="Text Box 2">
            <a:extLst>
              <a:ext uri="{FF2B5EF4-FFF2-40B4-BE49-F238E27FC236}">
                <a16:creationId xmlns:a16="http://schemas.microsoft.com/office/drawing/2014/main" id="{31C4241A-B4DD-46F3-8307-3E506671F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3048000"/>
            <a:ext cx="7772400" cy="140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5600" b="1">
                <a:solidFill>
                  <a:srgbClr val="FFFFFF"/>
                </a:solidFill>
                <a:latin typeface="Myriad Pro" pitchFamily="32" charset="0"/>
              </a:rPr>
              <a:t>Thank You</a:t>
            </a: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BF74B836-9914-4B4F-B695-2900652C5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Myriad Pro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Myriad Pro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579</Words>
  <Application>Microsoft Office PowerPoint</Application>
  <PresentationFormat>On-screen Show (4:3)</PresentationFormat>
  <Paragraphs>261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Chennai LIC Hierarchy / Career Path 2006-07</dc:title>
  <dc:creator>75345</dc:creator>
  <cp:lastModifiedBy>Rama Chandra Raju Dandu</cp:lastModifiedBy>
  <cp:revision>2948</cp:revision>
  <cp:lastPrinted>1601-01-01T00:00:00Z</cp:lastPrinted>
  <dcterms:created xsi:type="dcterms:W3CDTF">2006-06-27T12:15:40Z</dcterms:created>
  <dcterms:modified xsi:type="dcterms:W3CDTF">2026-07-06T06:33:13Z</dcterms:modified>
</cp:coreProperties>
</file>
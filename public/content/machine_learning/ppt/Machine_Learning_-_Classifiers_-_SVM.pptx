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  <p:sldMasterId id="2147483649" r:id="rId5"/>
  </p:sldMasterIdLst>
  <p:notesMasterIdLst>
    <p:notesMasterId r:id="rId23"/>
  </p:notesMasterIdLst>
  <p:sldIdLst>
    <p:sldId id="256" r:id="rId6"/>
    <p:sldId id="257" r:id="rId7"/>
    <p:sldId id="389" r:id="rId8"/>
    <p:sldId id="390" r:id="rId9"/>
    <p:sldId id="391" r:id="rId10"/>
    <p:sldId id="392" r:id="rId11"/>
    <p:sldId id="393" r:id="rId12"/>
    <p:sldId id="394" r:id="rId13"/>
    <p:sldId id="395" r:id="rId14"/>
    <p:sldId id="396" r:id="rId15"/>
    <p:sldId id="397" r:id="rId16"/>
    <p:sldId id="398" r:id="rId17"/>
    <p:sldId id="399" r:id="rId18"/>
    <p:sldId id="400" r:id="rId19"/>
    <p:sldId id="402" r:id="rId20"/>
    <p:sldId id="401" r:id="rId21"/>
    <p:sldId id="265" r:id="rId22"/>
  </p:sldIdLst>
  <p:sldSz cx="9144000" cy="6858000" type="screen4x3"/>
  <p:notesSz cx="9294813" cy="11736388"/>
  <p:defaultTextStyle>
    <a:defPPr>
      <a:defRPr lang="en-GB"/>
    </a:defPPr>
    <a:lvl1pPr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1pPr>
    <a:lvl2pPr marL="742950" indent="-28575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2pPr>
    <a:lvl3pPr marL="1143000" indent="-22860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3pPr>
    <a:lvl4pPr marL="1600200" indent="-22860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4pPr>
    <a:lvl5pPr marL="2057400" indent="-22860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5pPr>
    <a:lvl6pPr marL="2286000" algn="l" defTabSz="914400" rtl="0" eaLnBrk="1" latinLnBrk="0" hangingPunct="1"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6pPr>
    <a:lvl7pPr marL="2743200" algn="l" defTabSz="914400" rtl="0" eaLnBrk="1" latinLnBrk="0" hangingPunct="1"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7pPr>
    <a:lvl8pPr marL="3200400" algn="l" defTabSz="914400" rtl="0" eaLnBrk="1" latinLnBrk="0" hangingPunct="1"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8pPr>
    <a:lvl9pPr marL="3657600" algn="l" defTabSz="914400" rtl="0" eaLnBrk="1" latinLnBrk="0" hangingPunct="1"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68EFC5-BE30-1A0D-B7D6-9A5267E00D3B}" v="157" dt="2020-01-06T06:22:11.494"/>
    <p1510:client id="{05BB4B1B-79CE-D963-AC9A-CAC6D472F72F}" v="879" dt="2020-01-08T07:27:55.064"/>
    <p1510:client id="{143DE85F-A954-CB42-8E75-435743489C4C}" v="278" dt="2020-01-06T10:49:54.742"/>
    <p1510:client id="{15E4EC71-5558-8480-4EAE-A9D6EB739AA9}" v="816" dt="2020-02-20T11:13:57.933"/>
    <p1510:client id="{23EB46A2-3705-2DC0-8D87-4C9E2C8BDD11}" v="277" dt="2020-02-20T12:57:10.949"/>
    <p1510:client id="{241EF44E-42DD-1DCB-77DC-B5D285D6EA46}" v="2" dt="2020-01-06T06:24:11.837"/>
    <p1510:client id="{2CB518B4-48B9-7C35-723C-F4253F8F7638}" v="586" dt="2020-02-12T06:58:18.082"/>
    <p1510:client id="{2FFB0432-39F9-D054-48DF-1A00BEB9277C}" v="985" dt="2020-02-17T09:15:27.544"/>
    <p1510:client id="{350A8DF7-9418-D7FC-4F1A-24992B31A065}" v="25" dt="2020-01-24T12:05:01.874"/>
    <p1510:client id="{39F54347-99EF-0B4B-97E4-0C386BAABFF5}" v="753" dt="2020-02-12T09:41:23.069"/>
    <p1510:client id="{59F3C956-E6C2-A86C-7A5C-3AB14756F3E6}" v="12" dt="2020-01-08T08:06:18.077"/>
    <p1510:client id="{63C36413-ABEB-9E36-92E1-DC025E5B7DDD}" v="521" dt="2020-01-09T09:00:51.196"/>
    <p1510:client id="{6684C94E-BAE3-DD0F-A752-17B4741F65BE}" v="357" dt="2020-01-06T11:21:47.983"/>
    <p1510:client id="{6BFB7AA0-9A91-5CE6-207F-A64E26FB4F87}" v="1305" dt="2020-02-19T13:27:55.554"/>
    <p1510:client id="{72C31571-8A6A-F6F1-8814-81E4289EEAA7}" v="472" dt="2020-02-11T13:03:16.784"/>
    <p1510:client id="{773E3147-A383-7535-3B48-6D85175C8116}" v="255" dt="2020-01-06T09:33:25.036"/>
    <p1510:client id="{7D863F5A-D09E-A271-77D6-822EE9C521D4}" v="454" dt="2020-02-17T11:27:13.778"/>
    <p1510:client id="{801BAA24-4546-4F49-79BA-E81DE07C172A}" v="6" dt="2020-01-09T09:13:23.286"/>
    <p1510:client id="{81FEB59E-BDFD-FD9C-E9A4-243F33929167}" v="464" dt="2020-01-07T09:52:02.981"/>
    <p1510:client id="{86061FEA-CB90-410D-5C5A-C964B5C73A71}" v="889" dt="2020-02-11T11:33:22.290"/>
    <p1510:client id="{8E599280-CDC5-5B44-1702-8CD408FB965D}" v="13" dt="2020-01-09T09:43:01.311"/>
    <p1510:client id="{90986C09-3C17-A937-6E5F-73D9D48B233A}" v="982" dt="2020-02-12T12:09:05.493"/>
    <p1510:client id="{91EDDD0C-0DCB-E74F-6CF5-953A9FCC1B45}" v="1039" dt="2020-02-03T09:58:26.443"/>
    <p1510:client id="{945CC7AF-DA30-D212-1817-065406F5E39A}" v="43" dt="2020-02-27T10:42:19.755"/>
    <p1510:client id="{99FE337E-42DF-0BD9-383B-8A54358A12AE}" v="205" dt="2020-01-07T11:56:57.093"/>
    <p1510:client id="{9DD28641-6D5D-51B9-EB8F-58FB2AFBD7E4}" v="661" dt="2020-02-20T09:28:21.663"/>
    <p1510:client id="{9EFDEA6F-7504-2790-4241-22955A03E37B}" v="30" dt="2020-01-07T09:56:55.456"/>
    <p1510:client id="{A45CCE67-BCB7-B8B2-2C2A-876DDCD8BE01}" v="160" dt="2020-01-06T06:11:11.731"/>
    <p1510:client id="{A810AA51-D6D4-C062-1A8B-A0C44208AC30}" v="25" dt="2020-02-11T13:08:30.180"/>
    <p1510:client id="{AF9AFB9D-617D-9426-815E-C920008EED9C}" v="200" dt="2020-01-06T05:31:59.373"/>
    <p1510:client id="{B085305B-D954-284F-3ED8-D51B1216B1EC}" v="443" dt="2020-01-07T06:44:26.601"/>
    <p1510:client id="{B2F597B9-2AC4-FC29-22BC-35BE0DA02AFB}" v="34" dt="2020-02-12T12:16:49.145"/>
    <p1510:client id="{B5CC8AF8-316E-CE2E-0FD2-4312E01D6C4E}" v="394" dt="2020-02-18T11:40:25.823"/>
    <p1510:client id="{B9BA91B7-460E-4014-F372-7F6E8F489F2F}" v="25" dt="2020-01-06T06:15:02.921"/>
    <p1510:client id="{C0FC5D92-134C-F03A-5E7F-3517995CF4F2}" v="619" dt="2020-01-07T11:39:07.689"/>
    <p1510:client id="{C8D5AB90-4713-C874-2D02-04E2747985B1}" v="410" dt="2020-01-09T06:31:16.965"/>
    <p1510:client id="{C9367CE0-1FD9-3E96-B67F-DB10E405E9A0}" v="3" dt="2020-02-19T12:25:53.028"/>
    <p1510:client id="{CB585959-FBAB-D437-B043-EC59CB24110F}" v="1093" dt="2020-01-31T11:54:05.997"/>
    <p1510:client id="{DA6F1BD7-3399-93AF-A0D6-3E3909E87D2B}" v="19" dt="2020-01-06T06:27:18.790"/>
    <p1510:client id="{DEE54C43-0043-590F-B245-43108378BAB0}" v="451" dt="2020-01-31T07:17:10.654"/>
    <p1510:client id="{E7C6884E-1D8C-1D67-A9C0-D76B91D814A8}" v="223" dt="2020-01-08T08:41:22.102"/>
    <p1510:client id="{EF0B8DD4-77CC-A459-EDF6-31EA14881AC7}" v="1057" dt="2020-02-19T12:10:50.7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-1572" y="-4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AutoShape 1">
            <a:extLst>
              <a:ext uri="{FF2B5EF4-FFF2-40B4-BE49-F238E27FC236}">
                <a16:creationId xmlns:a16="http://schemas.microsoft.com/office/drawing/2014/main" id="{78B9EE69-C63D-4A99-8AC6-1ABEC8D3B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360" cap="sq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" name="AutoShape 2">
            <a:extLst>
              <a:ext uri="{FF2B5EF4-FFF2-40B4-BE49-F238E27FC236}">
                <a16:creationId xmlns:a16="http://schemas.microsoft.com/office/drawing/2014/main" id="{10EEBBC5-D260-4E04-981A-78C8658DF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5" name="AutoShape 3">
            <a:extLst>
              <a:ext uri="{FF2B5EF4-FFF2-40B4-BE49-F238E27FC236}">
                <a16:creationId xmlns:a16="http://schemas.microsoft.com/office/drawing/2014/main" id="{BBB1B64E-3F6A-4F3A-B668-9364D28E0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6" name="AutoShape 4">
            <a:extLst>
              <a:ext uri="{FF2B5EF4-FFF2-40B4-BE49-F238E27FC236}">
                <a16:creationId xmlns:a16="http://schemas.microsoft.com/office/drawing/2014/main" id="{8EDEAB44-9A4E-47B7-9BBD-0AABA33F8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7" name="AutoShape 5">
            <a:extLst>
              <a:ext uri="{FF2B5EF4-FFF2-40B4-BE49-F238E27FC236}">
                <a16:creationId xmlns:a16="http://schemas.microsoft.com/office/drawing/2014/main" id="{5199A469-BFF5-4989-BE99-5EEAB8B38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8" name="AutoShape 6">
            <a:extLst>
              <a:ext uri="{FF2B5EF4-FFF2-40B4-BE49-F238E27FC236}">
                <a16:creationId xmlns:a16="http://schemas.microsoft.com/office/drawing/2014/main" id="{5F185BCC-8890-4AEA-ABB4-7CB10034F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9" name="AutoShape 7">
            <a:extLst>
              <a:ext uri="{FF2B5EF4-FFF2-40B4-BE49-F238E27FC236}">
                <a16:creationId xmlns:a16="http://schemas.microsoft.com/office/drawing/2014/main" id="{C5E1FCB1-2E2D-4F95-B3AD-22DC1A36E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0" name="AutoShape 8">
            <a:extLst>
              <a:ext uri="{FF2B5EF4-FFF2-40B4-BE49-F238E27FC236}">
                <a16:creationId xmlns:a16="http://schemas.microsoft.com/office/drawing/2014/main" id="{9ECE8EEC-C854-4691-A50B-77F8A37A8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1" name="AutoShape 9">
            <a:extLst>
              <a:ext uri="{FF2B5EF4-FFF2-40B4-BE49-F238E27FC236}">
                <a16:creationId xmlns:a16="http://schemas.microsoft.com/office/drawing/2014/main" id="{9577E4C5-0C47-4127-ADE5-8DBCE306F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2" name="Text Box 10">
            <a:extLst>
              <a:ext uri="{FF2B5EF4-FFF2-40B4-BE49-F238E27FC236}">
                <a16:creationId xmlns:a16="http://schemas.microsoft.com/office/drawing/2014/main" id="{8AF3AB77-5BC7-4917-BC64-178D407E9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4029075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3" name="Text Box 11">
            <a:extLst>
              <a:ext uri="{FF2B5EF4-FFF2-40B4-BE49-F238E27FC236}">
                <a16:creationId xmlns:a16="http://schemas.microsoft.com/office/drawing/2014/main" id="{B7295467-63D4-48F2-825B-F1DDBA4E0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4150" y="0"/>
            <a:ext cx="4030663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4" name="Rectangle 12">
            <a:extLst>
              <a:ext uri="{FF2B5EF4-FFF2-40B4-BE49-F238E27FC236}">
                <a16:creationId xmlns:a16="http://schemas.microsoft.com/office/drawing/2014/main" id="{CCAE399C-DBBF-46C3-8975-0FD15FA07FB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51525" cy="4384675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85" name="Rectangle 13">
            <a:extLst>
              <a:ext uri="{FF2B5EF4-FFF2-40B4-BE49-F238E27FC236}">
                <a16:creationId xmlns:a16="http://schemas.microsoft.com/office/drawing/2014/main" id="{C0B936AA-0B80-41A4-9E69-5C758D11B76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928688" y="5575300"/>
            <a:ext cx="7424737" cy="526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5200" tIns="57600" rIns="115200" bIns="576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/>
          </a:p>
        </p:txBody>
      </p:sp>
      <p:sp>
        <p:nvSpPr>
          <p:cNvPr id="3086" name="Rectangle 14">
            <a:extLst>
              <a:ext uri="{FF2B5EF4-FFF2-40B4-BE49-F238E27FC236}">
                <a16:creationId xmlns:a16="http://schemas.microsoft.com/office/drawing/2014/main" id="{ECBEAEA6-5D77-437D-96C2-ECEEC07A7ED0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0" y="11145838"/>
            <a:ext cx="4014788" cy="57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5200" tIns="57600" rIns="115200" bIns="57600" numCol="1" anchor="b" anchorCtr="0" compatLnSpc="1">
            <a:prstTxWarp prst="textNoShape">
              <a:avLst/>
            </a:prstTxWarp>
          </a:bodyPr>
          <a:lstStyle>
            <a:lvl1pPr marL="215900" indent="-203200" eaLnBrk="1" hangingPunct="1"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</a:lstStyle>
          <a:p>
            <a:r>
              <a:rPr lang="en-US" altLang="en-US"/>
              <a:t>Page No. 1</a:t>
            </a:r>
          </a:p>
        </p:txBody>
      </p:sp>
      <p:sp>
        <p:nvSpPr>
          <p:cNvPr id="3087" name="Rectangle 15">
            <a:extLst>
              <a:ext uri="{FF2B5EF4-FFF2-40B4-BE49-F238E27FC236}">
                <a16:creationId xmlns:a16="http://schemas.microsoft.com/office/drawing/2014/main" id="{936A029B-AFC4-48E3-A39E-942F560C1FA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5264150" y="11145838"/>
            <a:ext cx="4016375" cy="57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5200" tIns="57600" rIns="115200" bIns="57600" numCol="1" anchor="b" anchorCtr="0" compatLnSpc="1">
            <a:prstTxWarp prst="textNoShape">
              <a:avLst/>
            </a:prstTxWarp>
          </a:bodyPr>
          <a:lstStyle>
            <a:lvl1pPr marL="215900" indent="-203200" algn="r" eaLnBrk="1" hangingPunct="1"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</a:lstStyle>
          <a:p>
            <a:fld id="{27CC5688-C8F4-45A0-99ED-5F86847F62B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6BACFF5C-AF60-46BC-B87D-46C13208ACD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F94E96D3-747C-446C-BA59-C2E12E86DE00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3439428-DABB-4718-9DE0-E83E547AB89E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14337" name="Rectangle 1">
            <a:extLst>
              <a:ext uri="{FF2B5EF4-FFF2-40B4-BE49-F238E27FC236}">
                <a16:creationId xmlns:a16="http://schemas.microsoft.com/office/drawing/2014/main" id="{E41B3E79-A3CA-4816-8DC0-456A17F4D638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126C09C7-C292-4A0A-9A99-D46868A6F629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1EAF3BC7-4B95-43C6-835D-1E5CB911EF50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DB0B8A6A-3C0F-4FD3-8CDE-3E2E14C5782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07A12C6-DBAF-4967-A281-CD1B567AA273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5361" name="Rectangle 1">
            <a:extLst>
              <a:ext uri="{FF2B5EF4-FFF2-40B4-BE49-F238E27FC236}">
                <a16:creationId xmlns:a16="http://schemas.microsoft.com/office/drawing/2014/main" id="{3AB053A5-6365-4B37-9D7F-12152B4A2299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D012D6E6-3975-4276-9E39-A742AD2788A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9170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44008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4D9D477B-F60D-44AB-A434-7462EE6928B7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5E215B1E-BF43-467E-BD89-D0C6ADF3A27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DEE03A4-5754-44D7-9B82-34707D640DED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23553" name="Rectangle 1">
            <a:extLst>
              <a:ext uri="{FF2B5EF4-FFF2-40B4-BE49-F238E27FC236}">
                <a16:creationId xmlns:a16="http://schemas.microsoft.com/office/drawing/2014/main" id="{63899783-499B-4410-8002-1E5BF9990787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61BA621F-C6C3-4AE8-8B36-E52F46C56197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031A4-66EE-4130-AA31-67C351845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941F61-E4C2-4444-A3DF-CB4C808EB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BDB73-8668-4451-8FAD-0F8A795F68B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67101314-8759-46A8-8EDC-0D77084DD38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0196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26BA5-84C1-4DA4-B5D7-0CCFB8976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B2E06-6C08-4E9B-BE6E-C48AB812A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12699-0F17-415A-888B-DB7E00B8184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0D8BD146-6545-41AB-A8B0-84069CB4C1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5047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FC11D-AE34-4F02-B0C4-C42EE32BD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7DDAA-3D99-4E95-B43E-358FE5A2C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48F81-3263-4A17-9F76-58F6416F9C7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75E27D1A-042D-455F-B443-F2E1EC538C3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5363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44990-EACB-44BA-85D5-87606B0C5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D2965-D859-4BAA-827B-BFE7DA653D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900" y="955675"/>
            <a:ext cx="4137025" cy="4511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266151-55B5-4F95-835A-918A35F0B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2325" y="955675"/>
            <a:ext cx="4138613" cy="4511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D3E0C2-BF3C-4A87-8DAA-CF783BA2872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05056C0C-7E61-424B-A283-01FA36A7DB1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0062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32185-5EE0-447A-848C-3EB8F2B4A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A0D10-654B-480C-9826-5B1F1D735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F6AA3B-432E-401F-8DC3-4BA1F0CB9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563BF7-DBD2-4320-A6A9-59D1A1D51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33DF6B-3627-4859-9338-767191FA94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C9A81-B3BB-4DF3-95AB-A4E8311C9E0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FCF7D1C5-572D-4BEE-9FBA-B7F910A73B7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4294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748B2-2591-4500-9A20-CE1FB31EF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C941A3-FB39-4C32-85CF-48C76FE8AE6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AB2B02AE-8466-40D6-BCBC-C1630731849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3304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108854-0BB9-47C5-ADF4-61E782F3467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6F5E8E91-73AC-40DB-940C-1878A0BDD9B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3117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FDED5-D9B8-467A-A0EB-11C013A9C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64DF3-E57F-4EB5-ABE5-823367842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2481FB-469D-47D1-98B4-9A9D294CB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01AB-9014-44C1-911C-57D40C8E7D9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DDE5C9A5-06A2-4738-ABC1-80D0B92DEBF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9809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89DEE-48F2-449C-B601-510618629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434716-A995-4B64-8F62-E69757429F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0BB255-AFEF-4088-A5DB-02604514C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EDBB8B-28D4-4EE4-A610-A7BCE76D8021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503BF921-D95F-40E9-BCBE-DB9BA0F679E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228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6A4CF-2B0F-467D-A054-DC4F77A51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799563-42D7-427F-8229-7D02D9C847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69411-91A0-4AAB-A83E-D9F1EA8DC3D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120F1898-C603-413F-98FD-D8261ED58DE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6177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A012FB-5714-42AE-8F87-47E1421772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64325" y="274638"/>
            <a:ext cx="2106613" cy="51927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AF19F5-C2D9-4483-B85F-93C51DB044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6169025" cy="51927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44CAC-8FB7-48F0-9413-E61D0C1224C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423344D5-7AF2-44AC-9A33-67BD6B40F4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9755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16853-F0B6-44A6-B71C-BC8731200E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7B1F0B-7B23-4D60-97A0-FA92B89875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44061-6467-4ECD-9600-98BC2CDC47B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891859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914A2-DCA5-4DA2-85A3-812A85E6E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388A9-1242-41A0-BE04-242371F83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F1809-B773-4C31-8F20-6EAAED89772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26670384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656E9-2963-463E-B8EB-C9B5E2B0E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A7A2F-55FB-45F3-9AE5-CA14D7F98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F0822-F766-41F9-9706-5114C1B6704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13425454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242CE-11BB-406C-A459-C1ECF7A61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5B014-0916-43A4-80A5-DF663A9BD6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900" y="955675"/>
            <a:ext cx="4137025" cy="4511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393324-F3F7-4724-8EF8-0F7BCF5D1B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2325" y="955675"/>
            <a:ext cx="4138613" cy="4511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7E78C9-C6B3-458B-B653-1BC53D25338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4272773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88E76-1282-4469-B511-EC9D32325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81670-2FBF-4F3E-ABCB-FE270B8BE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06BE01-8359-4AFB-A67A-A9444121B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1E5659-63CF-4583-AD4C-E8318148AC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0235F4-FAA6-4C82-BBEF-9F18E83FF5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01CDE5-60D8-4C87-BFDC-86ABDC0298A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193018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CC71B-8C78-4175-897A-6343D7040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76EAF8-1AB9-4AB9-8818-F07C3E2C5D9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35265612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0D3562-4586-4E7E-86BB-04A65A3C260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1648986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76058-0E7D-4CD1-94A5-EFD6CDBA5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6F5F2-D825-4991-805B-AAB2424A9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E98F02-3E53-49BF-A8FD-2ABEC76E34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C880E3-E242-431E-9CBC-F076363414C1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30708007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BA253-3988-4572-9BEB-5482006FA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DEF38D-4B99-4EE3-B133-2E57CAEA84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96CD1-EA31-4F96-BD93-B0124A03E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3E7BF1-0B83-4AFF-BC04-3FA04357C87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19938985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BCE15-1133-4E47-BEBA-6DC7C6593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68BD49-8809-4E6F-897D-3AF2C67C64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E604D-1F3D-437F-8739-16430513FF3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11083993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3C647D-40ED-48B6-AE42-3F656EB716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64325" y="274638"/>
            <a:ext cx="2106613" cy="51927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1203A3-77ED-437F-AE14-D2AB703E1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6169025" cy="51927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7B608-DB1B-4622-97DC-09EB557EA0E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375230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>
            <a:extLst>
              <a:ext uri="{FF2B5EF4-FFF2-40B4-BE49-F238E27FC236}">
                <a16:creationId xmlns:a16="http://schemas.microsoft.com/office/drawing/2014/main" id="{6FE06C0E-84AA-46E1-BA9C-CFACCB712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4" b="4417"/>
          <a:stretch>
            <a:fillRect/>
          </a:stretch>
        </p:blipFill>
        <p:spPr bwMode="auto">
          <a:xfrm>
            <a:off x="0" y="5395913"/>
            <a:ext cx="9144000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t="2814" b="4417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26" name="Rectangle 2">
            <a:extLst>
              <a:ext uri="{FF2B5EF4-FFF2-40B4-BE49-F238E27FC236}">
                <a16:creationId xmlns:a16="http://schemas.microsoft.com/office/drawing/2014/main" id="{3B86D761-2C53-4225-92FF-5A153219A3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42900" y="274638"/>
            <a:ext cx="84280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348F5D-F655-4FA5-9F0E-12C65DE76B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55675"/>
            <a:ext cx="8428038" cy="451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0C4414C-33E8-41D5-8466-9279BD800BAF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8477250" y="6461125"/>
            <a:ext cx="366713" cy="25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</a:defRPr>
            </a:lvl1pPr>
          </a:lstStyle>
          <a:p>
            <a:fld id="{F865EABB-C920-4FAA-A8EE-D52AFA00E593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1029" name="Picture 5">
            <a:extLst>
              <a:ext uri="{FF2B5EF4-FFF2-40B4-BE49-F238E27FC236}">
                <a16:creationId xmlns:a16="http://schemas.microsoft.com/office/drawing/2014/main" id="{254CC723-EEAA-4CD0-BB7F-48B857BC9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838" y="6477000"/>
            <a:ext cx="2844800" cy="14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30" name="Rectangle 6">
            <a:extLst>
              <a:ext uri="{FF2B5EF4-FFF2-40B4-BE49-F238E27FC236}">
                <a16:creationId xmlns:a16="http://schemas.microsoft.com/office/drawing/2014/main" id="{A018FB10-4394-4AB2-9CF2-C8523DF1E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475" y="6459538"/>
            <a:ext cx="1412875" cy="315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r>
              <a:rPr lang="en-US" altLang="en-US" sz="900">
                <a:solidFill>
                  <a:srgbClr val="4E84C4"/>
                </a:solidFill>
                <a:latin typeface="Myriad Pro" pitchFamily="32" charset="0"/>
              </a:rPr>
              <a:t>December 24, 2019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4E84C4"/>
          </a:solidFill>
          <a:latin typeface="+mj-lt"/>
          <a:ea typeface="+mj-ea"/>
          <a:cs typeface="+mj-cs"/>
        </a:defRPr>
      </a:lvl1pPr>
      <a:lvl2pPr marL="742950" indent="-28575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2pPr>
      <a:lvl3pPr marL="11430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3pPr>
      <a:lvl4pPr marL="16002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4pPr>
      <a:lvl5pPr marL="20574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5pPr>
      <a:lvl6pPr marL="25146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6pPr>
      <a:lvl7pPr marL="29718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7pPr>
      <a:lvl8pPr marL="34290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8pPr>
      <a:lvl9pPr marL="38862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9pPr>
    </p:titleStyle>
    <p:bodyStyle>
      <a:lvl1pPr marL="342900" indent="-3429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8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>
            <a:extLst>
              <a:ext uri="{FF2B5EF4-FFF2-40B4-BE49-F238E27FC236}">
                <a16:creationId xmlns:a16="http://schemas.microsoft.com/office/drawing/2014/main" id="{B356A5DD-1E33-4F56-B4C2-91CE02B83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5" b="1630"/>
          <a:stretch>
            <a:fillRect/>
          </a:stretch>
        </p:blipFill>
        <p:spPr bwMode="auto">
          <a:xfrm>
            <a:off x="0" y="1682750"/>
            <a:ext cx="9144000" cy="227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t="1215" b="1630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0132EA9-9163-4866-A1D0-8D215C41E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4" t="4198" r="693" b="2957"/>
          <a:stretch>
            <a:fillRect/>
          </a:stretch>
        </p:blipFill>
        <p:spPr bwMode="auto">
          <a:xfrm>
            <a:off x="87313" y="330200"/>
            <a:ext cx="8982075" cy="70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1074" t="4198" r="693" b="2957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8362795F-C5BC-4436-83F1-CA699FA3D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9" t="5602" r="1587" b="3758"/>
          <a:stretch>
            <a:fillRect/>
          </a:stretch>
        </p:blipFill>
        <p:spPr bwMode="auto">
          <a:xfrm>
            <a:off x="6759575" y="6091238"/>
            <a:ext cx="204628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1349" t="5602" r="1587" b="3758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052" name="Rectangle 4">
            <a:extLst>
              <a:ext uri="{FF2B5EF4-FFF2-40B4-BE49-F238E27FC236}">
                <a16:creationId xmlns:a16="http://schemas.microsoft.com/office/drawing/2014/main" id="{8D8B1704-7BC8-4EB3-BCF2-FC5F76404F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42900" y="274638"/>
            <a:ext cx="84280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E23AB933-0E2F-4E2C-BEE4-6282EBA09A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55675"/>
            <a:ext cx="8428038" cy="451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CD84F5C8-8457-4F08-B429-DA855553624C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279400" y="6342063"/>
            <a:ext cx="2119313" cy="25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ts val="563"/>
              </a:spcBef>
              <a:buClrTx/>
              <a:buFontTx/>
              <a:buNone/>
              <a:tabLst>
                <a:tab pos="723900" algn="l"/>
                <a:tab pos="1447800" algn="l"/>
              </a:tabLst>
              <a:defRPr sz="900">
                <a:solidFill>
                  <a:srgbClr val="FFFFFF"/>
                </a:solidFill>
                <a:latin typeface="+mj-lt"/>
                <a:cs typeface="Lucida Sans Unicode" panose="020B0602030504020204" pitchFamily="34" charset="0"/>
              </a:defRPr>
            </a:lvl1pPr>
          </a:lstStyle>
          <a:p>
            <a:r>
              <a:rPr lang="en-US" altLang="en-US"/>
              <a:t>December 24, 2019</a:t>
            </a:r>
          </a:p>
        </p:txBody>
      </p:sp>
      <p:sp>
        <p:nvSpPr>
          <p:cNvPr id="2055" name="Text Box 7">
            <a:extLst>
              <a:ext uri="{FF2B5EF4-FFF2-40B4-BE49-F238E27FC236}">
                <a16:creationId xmlns:a16="http://schemas.microsoft.com/office/drawing/2014/main" id="{5EA96CD8-F8D1-4C6B-A282-CB622C00E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9538" y="6342063"/>
            <a:ext cx="2286000" cy="265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4E84C4"/>
          </a:solidFill>
          <a:latin typeface="+mj-lt"/>
          <a:ea typeface="+mj-ea"/>
          <a:cs typeface="+mj-cs"/>
        </a:defRPr>
      </a:lvl1pPr>
      <a:lvl2pPr marL="742950" indent="-28575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2pPr>
      <a:lvl3pPr marL="11430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3pPr>
      <a:lvl4pPr marL="16002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4pPr>
      <a:lvl5pPr marL="20574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5pPr>
      <a:lvl6pPr marL="25146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6pPr>
      <a:lvl7pPr marL="29718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7pPr>
      <a:lvl8pPr marL="34290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8pPr>
      <a:lvl9pPr marL="38862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9pPr>
    </p:titleStyle>
    <p:bodyStyle>
      <a:lvl1pPr marL="342900" indent="-3429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8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ext Box 1">
            <a:extLst>
              <a:ext uri="{FF2B5EF4-FFF2-40B4-BE49-F238E27FC236}">
                <a16:creationId xmlns:a16="http://schemas.microsoft.com/office/drawing/2014/main" id="{79A810F6-9F42-421A-89AA-E85DD35E5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" y="6342063"/>
            <a:ext cx="2133600" cy="265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ts val="563"/>
              </a:spcBef>
              <a:buClrTx/>
              <a:buFontTx/>
              <a:buNone/>
            </a:pPr>
            <a:r>
              <a:rPr lang="en-US" altLang="en-US" sz="900">
                <a:solidFill>
                  <a:srgbClr val="FFFFFF"/>
                </a:solidFill>
                <a:latin typeface="Myriad Pro" pitchFamily="32" charset="0"/>
              </a:rPr>
              <a:t>December 24, 2019</a:t>
            </a:r>
          </a:p>
        </p:txBody>
      </p:sp>
      <p:sp>
        <p:nvSpPr>
          <p:cNvPr id="4098" name="Text Box 2">
            <a:extLst>
              <a:ext uri="{FF2B5EF4-FFF2-40B4-BE49-F238E27FC236}">
                <a16:creationId xmlns:a16="http://schemas.microsoft.com/office/drawing/2014/main" id="{0A097FEE-5899-46F1-9189-5BA1853F3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" y="3914775"/>
            <a:ext cx="8407400" cy="1389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</a:pPr>
            <a:r>
              <a:rPr lang="en-US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Machine Learning  – Classifiers – Support Vector Machines(SVMs)</a:t>
            </a:r>
          </a:p>
        </p:txBody>
      </p:sp>
      <p:sp>
        <p:nvSpPr>
          <p:cNvPr id="4099" name="Text Box 3">
            <a:extLst>
              <a:ext uri="{FF2B5EF4-FFF2-40B4-BE49-F238E27FC236}">
                <a16:creationId xmlns:a16="http://schemas.microsoft.com/office/drawing/2014/main" id="{DA1C7BFA-39EC-4F16-B373-F8E1A2ADF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ext Box 1">
            <a:extLst>
              <a:ext uri="{FF2B5EF4-FFF2-40B4-BE49-F238E27FC236}">
                <a16:creationId xmlns:a16="http://schemas.microsoft.com/office/drawing/2014/main" id="{64409B9A-CD0D-49D8-B2A9-C91805569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E147F500-4EFA-4C4A-B482-01BD91C77220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2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5122" name="Text Box 2">
            <a:extLst>
              <a:ext uri="{FF2B5EF4-FFF2-40B4-BE49-F238E27FC236}">
                <a16:creationId xmlns:a16="http://schemas.microsoft.com/office/drawing/2014/main" id="{23D7D474-9F95-46FE-8BF3-7B1B33338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75" y="609600"/>
            <a:ext cx="8442325" cy="595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2800">
                <a:solidFill>
                  <a:srgbClr val="4E84C4"/>
                </a:solidFill>
                <a:latin typeface="Myriad Pro" pitchFamily="32" charset="0"/>
              </a:rPr>
              <a:t>Agenda</a:t>
            </a:r>
          </a:p>
        </p:txBody>
      </p:sp>
      <p:sp>
        <p:nvSpPr>
          <p:cNvPr id="5123" name="Text Box 3">
            <a:extLst>
              <a:ext uri="{FF2B5EF4-FFF2-40B4-BE49-F238E27FC236}">
                <a16:creationId xmlns:a16="http://schemas.microsoft.com/office/drawing/2014/main" id="{71AD3621-9BE1-4C82-8CF6-48250CA26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698" y="1528344"/>
            <a:ext cx="8004175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 marL="107950" indent="-107950"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342900" indent="-342900">
              <a:spcBef>
                <a:spcPts val="500"/>
              </a:spcBef>
              <a:buClrTx/>
              <a:buFont typeface="Wingdings" panose="02020603050405020304" pitchFamily="18" charset="0"/>
              <a:buChar char="q"/>
            </a:pPr>
            <a:r>
              <a:rPr lang="en-US" sz="2400" dirty="0">
                <a:latin typeface="Arial"/>
                <a:ea typeface="Microsoft YaHei"/>
                <a:cs typeface="Arial"/>
              </a:rPr>
              <a:t>Machine Learning –  Support Vector Machines(SVMs)</a:t>
            </a:r>
            <a:endParaRPr lang="en-US" altLang="en-US" sz="2000" dirty="0">
              <a:cs typeface="Arial" panose="020B0604020202020204" pitchFamily="34" charset="0"/>
            </a:endParaRPr>
          </a:p>
          <a:p>
            <a:pPr marL="120650" eaLnBrk="1" hangingPunct="1">
              <a:spcBef>
                <a:spcPts val="500"/>
              </a:spcBef>
              <a:buClrTx/>
              <a:buFontTx/>
            </a:pPr>
            <a:endParaRPr lang="en-US" altLang="en-US" sz="2000" dirty="0">
              <a:cs typeface="Arial" panose="020B0604020202020204" pitchFamily="34" charset="0"/>
            </a:endParaRPr>
          </a:p>
          <a:p>
            <a:pPr marL="120650" eaLnBrk="1" hangingPunct="1">
              <a:spcBef>
                <a:spcPts val="500"/>
              </a:spcBef>
              <a:buClrTx/>
              <a:buFontTx/>
            </a:pPr>
            <a:endParaRPr lang="en-US" altLang="en-US" sz="2000" dirty="0">
              <a:cs typeface="Arial" panose="020B0604020202020204" pitchFamily="34" charset="0"/>
            </a:endParaRPr>
          </a:p>
          <a:p>
            <a:pPr marL="120650" eaLnBrk="1" hangingPunct="1">
              <a:spcBef>
                <a:spcPts val="400"/>
              </a:spcBef>
              <a:buClrTx/>
              <a:buFontTx/>
            </a:pPr>
            <a:endParaRPr lang="en-US" altLang="en-US" dirty="0">
              <a:cs typeface="Arial" panose="020B0604020202020204" pitchFamily="34" charset="0"/>
            </a:endParaRPr>
          </a:p>
          <a:p>
            <a:pPr marL="120650" eaLnBrk="1" hangingPunct="1">
              <a:spcBef>
                <a:spcPts val="400"/>
              </a:spcBef>
              <a:buClrTx/>
              <a:buFontTx/>
            </a:pPr>
            <a:endParaRPr lang="en-US" altLang="en-US" dirty="0">
              <a:cs typeface="Arial" panose="020B0604020202020204" pitchFamily="34" charset="0"/>
            </a:endParaRPr>
          </a:p>
          <a:p>
            <a:pPr marL="120650" eaLnBrk="1" hangingPunct="1">
              <a:spcBef>
                <a:spcPts val="400"/>
              </a:spcBef>
              <a:buClrTx/>
              <a:buFontTx/>
            </a:pPr>
            <a:endParaRPr lang="en-US" altLang="en-US" dirty="0">
              <a:cs typeface="Arial" panose="020B0604020202020204" pitchFamily="34" charset="0"/>
            </a:endParaRPr>
          </a:p>
          <a:p>
            <a:pPr marL="120650" eaLnBrk="1" hangingPunct="1">
              <a:spcBef>
                <a:spcPts val="400"/>
              </a:spcBef>
              <a:buClrTx/>
            </a:pPr>
            <a:endParaRPr lang="en-US" altLang="en-US" dirty="0">
              <a:cs typeface="Arial" panose="020B0604020202020204" pitchFamily="34" charset="0"/>
            </a:endParaRPr>
          </a:p>
        </p:txBody>
      </p:sp>
      <p:sp>
        <p:nvSpPr>
          <p:cNvPr id="5124" name="Text Box 4">
            <a:extLst>
              <a:ext uri="{FF2B5EF4-FFF2-40B4-BE49-F238E27FC236}">
                <a16:creationId xmlns:a16="http://schemas.microsoft.com/office/drawing/2014/main" id="{AE882D4F-0A85-4258-9D6D-E8791E00E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2725" y="6430963"/>
            <a:ext cx="1039813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3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439" y="2133975"/>
            <a:ext cx="7988419" cy="343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Support Vector Machines(SVMs):</a:t>
            </a:r>
          </a:p>
          <a:p>
            <a:pPr marL="1270" indent="0" algn="just">
              <a:buClrTx/>
            </a:pPr>
            <a:endParaRPr lang="en-US" sz="2200" b="1" dirty="0">
              <a:latin typeface="Arial"/>
              <a:ea typeface="Microsoft YaHei"/>
              <a:cs typeface="Arial"/>
            </a:endParaRPr>
          </a:p>
          <a:p>
            <a:pPr marL="344170" indent="-342900" algn="just">
              <a:buClrTx/>
              <a:buFont typeface="Wingdings" panose="02020603050405020304" pitchFamily="18" charset="0"/>
              <a:buChar char="§"/>
            </a:pPr>
            <a:r>
              <a:rPr lang="en-US" sz="2200" b="1" dirty="0">
                <a:latin typeface="Arial"/>
                <a:ea typeface="Microsoft YaHei"/>
                <a:cs typeface="Arial"/>
              </a:rPr>
              <a:t>Support Vector Machines(SVMs)</a:t>
            </a:r>
            <a:r>
              <a:rPr lang="en-US" sz="2200" dirty="0">
                <a:latin typeface="Arial"/>
                <a:ea typeface="Microsoft YaHei"/>
                <a:cs typeface="Arial"/>
              </a:rPr>
              <a:t> is a popular supervised learning model</a:t>
            </a:r>
          </a:p>
          <a:p>
            <a:pPr marL="344170" indent="-342900" algn="just">
              <a:buClrTx/>
              <a:buFont typeface="Wingdings" panose="02020603050405020304" pitchFamily="18" charset="0"/>
              <a:buChar char="§"/>
            </a:pPr>
            <a:r>
              <a:rPr lang="en-US" sz="2200" dirty="0">
                <a:latin typeface="Arial"/>
                <a:ea typeface="Microsoft YaHei"/>
                <a:cs typeface="Arial"/>
              </a:rPr>
              <a:t>SVM was first introduced in 1992</a:t>
            </a:r>
          </a:p>
          <a:p>
            <a:pPr marL="344170" indent="-342900" algn="just">
              <a:buClrTx/>
              <a:buFont typeface="Wingdings" panose="02020603050405020304" pitchFamily="18" charset="0"/>
              <a:buChar char="§"/>
            </a:pPr>
            <a:r>
              <a:rPr lang="en-US" sz="2200" dirty="0">
                <a:latin typeface="Arial"/>
                <a:ea typeface="Microsoft YaHei"/>
                <a:cs typeface="Arial"/>
              </a:rPr>
              <a:t>SVM is inspired from statistical learning theory</a:t>
            </a:r>
          </a:p>
          <a:p>
            <a:pPr marL="344170" indent="-342900" algn="just">
              <a:buClrTx/>
              <a:buFont typeface="Wingdings" panose="02020603050405020304" pitchFamily="18" charset="0"/>
              <a:buChar char="§"/>
            </a:pPr>
            <a:r>
              <a:rPr lang="en-US" sz="2200" dirty="0">
                <a:latin typeface="Arial"/>
                <a:ea typeface="Microsoft YaHei"/>
                <a:cs typeface="Arial"/>
              </a:rPr>
              <a:t>SVM gained popularity because of its success in handwritten digit recognition</a:t>
            </a:r>
          </a:p>
          <a:p>
            <a:pPr marL="1270" indent="0" algn="just">
              <a:buClrTx/>
            </a:pPr>
            <a:r>
              <a:rPr lang="en-US" sz="2200" dirty="0">
                <a:cs typeface="Arial" panose="020B0604020202020204" pitchFamily="34" charset="0"/>
              </a:rPr>
              <a:t> </a:t>
            </a:r>
          </a:p>
          <a:p>
            <a:pPr marL="1270" indent="0" algn="just">
              <a:buClrTx/>
            </a:pPr>
            <a:endParaRPr lang="en-US" sz="2200" dirty="0">
              <a:cs typeface="Arial" panose="020B0604020202020204" pitchFamily="34" charset="0"/>
            </a:endParaRPr>
          </a:p>
          <a:p>
            <a:pPr marL="1270" indent="0" algn="just">
              <a:buClrTx/>
            </a:pPr>
            <a:endParaRPr lang="en-US" sz="2200" dirty="0">
              <a:cs typeface="Arial" panose="020B0604020202020204" pitchFamily="34" charset="0"/>
            </a:endParaRPr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200" dirty="0">
              <a:latin typeface="Arial"/>
              <a:ea typeface="Microsoft YaHei"/>
              <a:cs typeface="Arial"/>
            </a:endParaRPr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Support Vector Machines(SVMs)</a:t>
            </a:r>
          </a:p>
        </p:txBody>
      </p:sp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4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43" y="1356052"/>
            <a:ext cx="7988419" cy="1073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Support Vector Machines(SVMs):</a:t>
            </a:r>
          </a:p>
          <a:p>
            <a:pPr marL="1270" indent="0" algn="just">
              <a:buClrTx/>
            </a:pPr>
            <a:endParaRPr lang="en-US" sz="2200" b="1" dirty="0">
              <a:latin typeface="Arial"/>
              <a:ea typeface="Microsoft YaHei"/>
              <a:cs typeface="Arial"/>
            </a:endParaRPr>
          </a:p>
          <a:p>
            <a:pPr marL="1270" indent="0" algn="just">
              <a:buClrTx/>
            </a:pPr>
            <a:endParaRPr lang="en-US" sz="2200" dirty="0">
              <a:cs typeface="Arial" panose="020B0604020202020204" pitchFamily="34" charset="0"/>
            </a:endParaRPr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Support Vector Machines(SVMs)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83433" y="1817214"/>
            <a:ext cx="7064280" cy="359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5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43" y="1356052"/>
            <a:ext cx="7988419" cy="1073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Support Vector Machines(SVMs):</a:t>
            </a:r>
          </a:p>
          <a:p>
            <a:pPr marL="1270" indent="0" algn="just">
              <a:buClrTx/>
            </a:pPr>
            <a:endParaRPr lang="en-US" sz="2200" b="1" dirty="0">
              <a:latin typeface="Arial"/>
              <a:ea typeface="Microsoft YaHei"/>
              <a:cs typeface="Arial"/>
            </a:endParaRPr>
          </a:p>
          <a:p>
            <a:pPr marL="1270" indent="0" algn="just">
              <a:buClrTx/>
            </a:pPr>
            <a:endParaRPr lang="en-US" sz="2200" dirty="0">
              <a:cs typeface="Arial" panose="020B0604020202020204" pitchFamily="34" charset="0"/>
            </a:endParaRPr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Support Vector Machines(SVMs)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5855" y="1684860"/>
            <a:ext cx="7407393" cy="3751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6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43" y="1356052"/>
            <a:ext cx="7988419" cy="1073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Support Vector Machines(SVMs):</a:t>
            </a:r>
          </a:p>
          <a:p>
            <a:pPr marL="1270" indent="0" algn="just">
              <a:buClrTx/>
            </a:pPr>
            <a:endParaRPr lang="en-US" sz="2200" b="1" dirty="0">
              <a:latin typeface="Arial"/>
              <a:ea typeface="Microsoft YaHei"/>
              <a:cs typeface="Arial"/>
            </a:endParaRPr>
          </a:p>
          <a:p>
            <a:pPr marL="1270" indent="0" algn="just">
              <a:buClrTx/>
            </a:pPr>
            <a:endParaRPr lang="en-US" sz="2200" dirty="0">
              <a:cs typeface="Arial" panose="020B0604020202020204" pitchFamily="34" charset="0"/>
            </a:endParaRPr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Support Vector Machines(SVMs)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8867" y="1680096"/>
            <a:ext cx="7451678" cy="3696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29751" y="3867434"/>
            <a:ext cx="19431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7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43" y="1356052"/>
            <a:ext cx="7988419" cy="1073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Support Vector Machines(SVMs):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Arial"/>
                <a:ea typeface="Microsoft YaHei"/>
                <a:cs typeface="Arial"/>
              </a:rPr>
              <a:t>Define the margin of a linear classifier as the width that the boundary could be increased by before hitting a data point</a:t>
            </a:r>
            <a:r>
              <a:rPr lang="en-US" sz="2400" dirty="0"/>
              <a:t>. </a:t>
            </a:r>
            <a:endParaRPr lang="en-US" sz="2200" b="1" dirty="0">
              <a:latin typeface="Arial"/>
              <a:ea typeface="Microsoft YaHei"/>
              <a:cs typeface="Arial"/>
            </a:endParaRPr>
          </a:p>
          <a:p>
            <a:pPr marL="1270" indent="0" algn="just">
              <a:buClrTx/>
            </a:pPr>
            <a:endParaRPr lang="en-US" sz="2200" dirty="0">
              <a:cs typeface="Arial" panose="020B0604020202020204" pitchFamily="34" charset="0"/>
            </a:endParaRPr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Support Vector Machines(SVMs)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9096" y="2427879"/>
            <a:ext cx="6301639" cy="30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8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43" y="1356052"/>
            <a:ext cx="7988419" cy="1073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Support Vector Machines(SVMs):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Arial"/>
                <a:ea typeface="Microsoft YaHei"/>
                <a:cs typeface="Arial"/>
              </a:rPr>
              <a:t>The maximum margin linear classifier is the linear classifier with the maximum margin the simplest kind of SVM (Called an Linear SVM) </a:t>
            </a:r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Support Vector Machines(SVMs)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8264" y="2456597"/>
            <a:ext cx="6442596" cy="3208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9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56" y="1028506"/>
            <a:ext cx="7988419" cy="1073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Support Vector Machines(SVMs):</a:t>
            </a:r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Support Vector Machines(SVMs)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2388" y="1588504"/>
            <a:ext cx="7165074" cy="3898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10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33223"/>
            <a:ext cx="7967935" cy="1073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Support Vector Machines(SVMs):</a:t>
            </a:r>
          </a:p>
          <a:p>
            <a:endParaRPr lang="en-US" sz="2000" dirty="0"/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Support Vector Machines(SVMs)</a:t>
            </a:r>
          </a:p>
        </p:txBody>
      </p:sp>
      <p:pic>
        <p:nvPicPr>
          <p:cNvPr id="8194" name="Picture 2" descr="https://upload.wikimedia.org/wikipedia/commons/thumb/7/72/SVM_margin.png/800px-SVM_margin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41946" y="1760561"/>
            <a:ext cx="6905768" cy="40758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11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33223"/>
            <a:ext cx="7967935" cy="1073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Support Vector Machines(SVMs): Non Linear data</a:t>
            </a:r>
          </a:p>
          <a:p>
            <a:endParaRPr lang="en-US" sz="2000" dirty="0"/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Support Vector Machines(SVMs)</a:t>
            </a:r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8424" y="1853466"/>
            <a:ext cx="5813945" cy="3414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12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251" y="1997497"/>
            <a:ext cx="7967935" cy="2751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Support Vector Machines(SVMs): Kernel Functions</a:t>
            </a:r>
          </a:p>
          <a:p>
            <a:endParaRPr lang="en-US" sz="2000" dirty="0"/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The kernel defines the similarity or a distance measure between new data and the support vectors. The dot product is the similarity measure used for linear SVM or a linear kernel because the distance is a linear combination of the inputs.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K(</a:t>
            </a:r>
            <a:r>
              <a:rPr lang="en-US" sz="2000" dirty="0" err="1"/>
              <a:t>a,b</a:t>
            </a:r>
            <a:r>
              <a:rPr lang="en-US" sz="2000" dirty="0"/>
              <a:t>)=(a . b +1)^d is an example of an SVM Kernel Function 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Beyond polynomials there are other very high dimensional basis functions that can be made practical by finding the right Kernel Function This is called the </a:t>
            </a:r>
            <a:r>
              <a:rPr lang="en-US" sz="2000" b="1" dirty="0"/>
              <a:t>Kernel Trick.</a:t>
            </a:r>
          </a:p>
          <a:p>
            <a:pPr>
              <a:buFont typeface="Wingdings" pitchFamily="2" charset="2"/>
              <a:buChar char="§"/>
            </a:pPr>
            <a:endParaRPr lang="en-US" sz="2000" b="1" dirty="0"/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Radial-Basis-style Kernel Function: </a:t>
            </a:r>
          </a:p>
          <a:p>
            <a:pPr lvl="1">
              <a:buFont typeface="Wingdings" pitchFamily="2" charset="2"/>
              <a:buChar char="v"/>
            </a:pPr>
            <a:endParaRPr lang="en-US" dirty="0"/>
          </a:p>
          <a:p>
            <a:pPr lvl="1">
              <a:buFont typeface="Wingdings" pitchFamily="2" charset="2"/>
              <a:buChar char="v"/>
            </a:pPr>
            <a:r>
              <a:rPr lang="en-US" sz="1800" dirty="0" err="1"/>
              <a:t>Sigmoidal</a:t>
            </a:r>
            <a:r>
              <a:rPr lang="en-US" sz="1800" dirty="0"/>
              <a:t> function </a:t>
            </a:r>
          </a:p>
          <a:p>
            <a:pPr lvl="1">
              <a:buFont typeface="Wingdings" pitchFamily="2" charset="2"/>
              <a:buChar char="v"/>
            </a:pPr>
            <a:endParaRPr lang="en-US" sz="1800" dirty="0"/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Support Vector Machines(SVMs)</a:t>
            </a:r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73613" y="4099163"/>
            <a:ext cx="299085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13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33223"/>
            <a:ext cx="7967935" cy="1073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Support Vector Machines(SVMs): Kernel trick</a:t>
            </a:r>
          </a:p>
          <a:p>
            <a:endParaRPr lang="en-US" sz="2000" dirty="0"/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Support Vector Machines(SVMs)</a:t>
            </a:r>
          </a:p>
        </p:txBody>
      </p:sp>
      <p:pic>
        <p:nvPicPr>
          <p:cNvPr id="52226" name="Picture 2" descr="Image result for kernel trick sv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4525" y="1784373"/>
            <a:ext cx="7165073" cy="37623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14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33223"/>
            <a:ext cx="8625385" cy="1073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Support Vector Machines(SVMs): Multiclass classification</a:t>
            </a:r>
          </a:p>
          <a:p>
            <a:endParaRPr lang="en-US" sz="2000" dirty="0"/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Support Vector Machines(SVMs)</a:t>
            </a:r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9938" y="1745491"/>
            <a:ext cx="7004003" cy="3461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15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972" y="2707542"/>
            <a:ext cx="7988419" cy="2451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Naive </a:t>
            </a:r>
            <a:r>
              <a:rPr lang="en-US" sz="2400" b="1" dirty="0" err="1">
                <a:latin typeface="Arial"/>
                <a:ea typeface="Microsoft YaHei"/>
                <a:cs typeface="Arial"/>
              </a:rPr>
              <a:t>Bayes</a:t>
            </a:r>
            <a:r>
              <a:rPr lang="en-US" sz="2400" b="1" dirty="0">
                <a:latin typeface="Arial"/>
                <a:ea typeface="Microsoft YaHei"/>
                <a:cs typeface="Arial"/>
              </a:rPr>
              <a:t> classifier : Example</a:t>
            </a:r>
          </a:p>
          <a:p>
            <a:pPr marL="344170" indent="-342900" algn="just">
              <a:buClrTx/>
            </a:pPr>
            <a:endParaRPr lang="en-US" sz="2000" dirty="0">
              <a:latin typeface="Arial"/>
              <a:ea typeface="Microsoft YaHei"/>
              <a:cs typeface="Arial"/>
            </a:endParaRP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Census Income Dataset</a:t>
            </a:r>
          </a:p>
          <a:p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from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sklearn.naive_bayes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 import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GaussianNB</a:t>
            </a:r>
            <a:endParaRPr lang="en-US" sz="1800" dirty="0">
              <a:solidFill>
                <a:schemeClr val="accent6">
                  <a:lumMod val="75000"/>
                </a:schemeClr>
              </a:solidFill>
              <a:latin typeface="Candara" pitchFamily="34" charset="0"/>
              <a:ea typeface="Microsoft YaHei"/>
              <a:cs typeface="Arial"/>
            </a:endParaRPr>
          </a:p>
          <a:p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NB =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GaussianNB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() </a:t>
            </a:r>
          </a:p>
          <a:p>
            <a:endParaRPr lang="en-US" sz="1800" dirty="0">
              <a:solidFill>
                <a:schemeClr val="accent6">
                  <a:lumMod val="75000"/>
                </a:schemeClr>
              </a:solidFill>
              <a:latin typeface="Candara" pitchFamily="34" charset="0"/>
              <a:ea typeface="Microsoft YaHei"/>
              <a:cs typeface="Arial"/>
            </a:endParaRPr>
          </a:p>
          <a:p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NB.fit(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X_train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,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y_train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) </a:t>
            </a:r>
          </a:p>
          <a:p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GaussianNB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(priors=None, </a:t>
            </a: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var_smoothing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=1e-09)</a:t>
            </a:r>
          </a:p>
          <a:p>
            <a:endParaRPr lang="en-US" sz="1800" dirty="0">
              <a:solidFill>
                <a:schemeClr val="accent6">
                  <a:lumMod val="75000"/>
                </a:schemeClr>
              </a:solidFill>
              <a:latin typeface="Candara" pitchFamily="34" charset="0"/>
              <a:ea typeface="Microsoft YaHei"/>
              <a:cs typeface="Arial"/>
            </a:endParaRPr>
          </a:p>
          <a:p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 print(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NB.predict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(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X_test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)) </a:t>
            </a:r>
          </a:p>
          <a:p>
            <a:r>
              <a:rPr lang="nl-NL" sz="1800" b="1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[' &lt;=50K' ' &lt;=50K' ' &gt;50K' ... ' &lt;=50K' ' &lt;=50K' ' &gt;50K'] </a:t>
            </a:r>
          </a:p>
          <a:p>
            <a:endParaRPr lang="en-US" sz="1800" dirty="0">
              <a:solidFill>
                <a:schemeClr val="accent6">
                  <a:lumMod val="75000"/>
                </a:schemeClr>
              </a:solidFill>
              <a:latin typeface="Candara" pitchFamily="34" charset="0"/>
              <a:ea typeface="Microsoft YaHei"/>
              <a:cs typeface="Arial"/>
            </a:endParaRPr>
          </a:p>
          <a:p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print("Naive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Bayes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 Accuracy = ",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NB.score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(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X_test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,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y_test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)) </a:t>
            </a:r>
          </a:p>
          <a:p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Naive </a:t>
            </a: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Bayes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 Accuracy = 0.7850591225549785 </a:t>
            </a:r>
          </a:p>
          <a:p>
            <a:br>
              <a:rPr lang="en-US" sz="1800" dirty="0"/>
            </a:br>
            <a:r>
              <a:rPr lang="en-US" sz="1800" dirty="0"/>
              <a:t> </a:t>
            </a:r>
            <a:br>
              <a:rPr lang="en-US" sz="1800" dirty="0"/>
            </a:br>
            <a:endParaRPr lang="en-US" sz="1800" dirty="0"/>
          </a:p>
          <a:p>
            <a:pPr>
              <a:buFont typeface="Wingdings" pitchFamily="2" charset="2"/>
              <a:buChar char="§"/>
            </a:pPr>
            <a:endParaRPr lang="en-US" sz="2000" dirty="0"/>
          </a:p>
          <a:p>
            <a:pPr>
              <a:buFont typeface="Wingdings" pitchFamily="2" charset="2"/>
              <a:buChar char="§"/>
            </a:pPr>
            <a:endParaRPr lang="en-US" sz="2000" dirty="0"/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Naive </a:t>
            </a:r>
            <a:r>
              <a:rPr lang="en-US" sz="2800" dirty="0" err="1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Bayes</a:t>
            </a:r>
            <a:endParaRPr lang="en-US" sz="2800" dirty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3750767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16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925" y="3217298"/>
            <a:ext cx="8625385" cy="1073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Support Vector Machines(SVMs): Example</a:t>
            </a:r>
          </a:p>
          <a:p>
            <a:pPr marL="207645" algn="just"/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from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sklearn.svm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 import SVC</a:t>
            </a:r>
          </a:p>
          <a:p>
            <a:pPr marL="1270" indent="0" algn="just"/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svm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 = SVC(kernel='linear')</a:t>
            </a:r>
          </a:p>
          <a:p>
            <a:pPr marL="1270" indent="0" algn="just"/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svm.fit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(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X_train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,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y_train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)</a:t>
            </a:r>
          </a:p>
          <a:p>
            <a:pPr marL="1270" indent="0" algn="just">
              <a:buClrTx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SVC(C=1.0, </a:t>
            </a: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cache_size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=200, </a:t>
            </a: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class_weight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=None, coef0=0.0, </a:t>
            </a: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decision_function_shape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='</a:t>
            </a: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ovr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', degree=3, gamma='</a:t>
            </a: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auto_deprecated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', kernel='linear', </a:t>
            </a: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max_iter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=-1, probability=False, </a:t>
            </a: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random_state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=None, shrinking=True, </a:t>
            </a: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tol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=0.001, verbose=False)</a:t>
            </a:r>
          </a:p>
          <a:p>
            <a:pPr marL="1270" indent="0" algn="just">
              <a:buClrTx/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print(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svm.predict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(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X_test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))</a:t>
            </a:r>
          </a:p>
          <a:p>
            <a:pPr marL="1270" indent="0" algn="just">
              <a:buClrTx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[' &lt;=50K' ' &lt;=50K' ' &lt;=50K' ... ' &gt;50K' ' &lt;=50K' ' &lt;=50K'] </a:t>
            </a:r>
            <a:endParaRPr lang="en-US" sz="1800" b="1">
              <a:solidFill>
                <a:schemeClr val="accent6">
                  <a:lumMod val="75000"/>
                </a:schemeClr>
              </a:solidFill>
              <a:latin typeface="Candara" pitchFamily="34" charset="0"/>
              <a:ea typeface="Microsoft YaHei"/>
              <a:cs typeface="Arial"/>
            </a:endParaRPr>
          </a:p>
          <a:p>
            <a:pPr marL="1270" indent="0" algn="just">
              <a:buClrTx/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print("Accuracy of Linear SVM = ",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svm.score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(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X_test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,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y_test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))</a:t>
            </a:r>
          </a:p>
          <a:p>
            <a:pPr marL="1270" indent="0" algn="just">
              <a:buClrTx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Accuracy of Linear SVM = 0.7866062548347884</a:t>
            </a:r>
          </a:p>
          <a:p>
            <a:pPr marL="1270" indent="0" algn="just">
              <a:buClrTx/>
            </a:pP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svm_pol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 = SVC(kernel='poly', degree=4)</a:t>
            </a:r>
          </a:p>
          <a:p>
            <a:pPr marL="1270" indent="0" algn="just">
              <a:buClrTx/>
            </a:pP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svm_pol.fit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(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X_train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,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y_train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)</a:t>
            </a:r>
          </a:p>
          <a:p>
            <a:pPr marL="1270" indent="0" algn="just">
              <a:buClrTx/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print("Accuracy of Polynomial SVM = ",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svm_pol.score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(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X_test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,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y_test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/>
                <a:ea typeface="Microsoft YaHei"/>
                <a:cs typeface="Arial"/>
              </a:rPr>
              <a:t>))</a:t>
            </a:r>
          </a:p>
          <a:p>
            <a:pPr marL="1270" indent="0" algn="just">
              <a:buClrTx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Accuracy of Polynomial SVM = 0.5832688694883412</a:t>
            </a:r>
          </a:p>
          <a:p>
            <a:pPr marL="207645">
              <a:buClrTx/>
            </a:pPr>
            <a:endParaRPr lang="en-US" sz="2000" dirty="0">
              <a:cs typeface="Arial" panose="020B0604020202020204" pitchFamily="34" charset="0"/>
            </a:endParaRPr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Support Vector Machines(SVMs)</a:t>
            </a:r>
          </a:p>
        </p:txBody>
      </p:sp>
    </p:spTree>
    <p:extLst>
      <p:ext uri="{BB962C8B-B14F-4D97-AF65-F5344CB8AC3E}">
        <p14:creationId xmlns:p14="http://schemas.microsoft.com/office/powerpoint/2010/main" val="27178988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8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ext Box 1">
            <a:extLst>
              <a:ext uri="{FF2B5EF4-FFF2-40B4-BE49-F238E27FC236}">
                <a16:creationId xmlns:a16="http://schemas.microsoft.com/office/drawing/2014/main" id="{264FF23A-30EB-4069-9B5E-258AE75F7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" y="6342063"/>
            <a:ext cx="2133600" cy="265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ts val="563"/>
              </a:spcBef>
              <a:buClrTx/>
              <a:buFontTx/>
              <a:buNone/>
            </a:pPr>
            <a:r>
              <a:rPr lang="en-US" altLang="en-US" sz="900">
                <a:solidFill>
                  <a:srgbClr val="FFFFFF"/>
                </a:solidFill>
                <a:latin typeface="Myriad Pro" pitchFamily="32" charset="0"/>
              </a:rPr>
              <a:t>December 30, 2019</a:t>
            </a:r>
          </a:p>
        </p:txBody>
      </p:sp>
      <p:sp>
        <p:nvSpPr>
          <p:cNvPr id="13314" name="Text Box 2">
            <a:extLst>
              <a:ext uri="{FF2B5EF4-FFF2-40B4-BE49-F238E27FC236}">
                <a16:creationId xmlns:a16="http://schemas.microsoft.com/office/drawing/2014/main" id="{31C4241A-B4DD-46F3-8307-3E506671FD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" y="3048000"/>
            <a:ext cx="7772400" cy="140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5600" b="1">
                <a:solidFill>
                  <a:srgbClr val="FFFFFF"/>
                </a:solidFill>
                <a:latin typeface="Myriad Pro" pitchFamily="32" charset="0"/>
              </a:rPr>
              <a:t>Thank You</a:t>
            </a:r>
          </a:p>
        </p:txBody>
      </p:sp>
      <p:sp>
        <p:nvSpPr>
          <p:cNvPr id="13315" name="Text Box 3">
            <a:extLst>
              <a:ext uri="{FF2B5EF4-FFF2-40B4-BE49-F238E27FC236}">
                <a16:creationId xmlns:a16="http://schemas.microsoft.com/office/drawing/2014/main" id="{BF74B836-9914-4B4F-B695-2900652C5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Myriad Pro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Myriad Pro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23EBA662DC2F4CB7ADD22F2E951392" ma:contentTypeVersion="7" ma:contentTypeDescription="Create a new document." ma:contentTypeScope="" ma:versionID="51fcf65e73498f8be6b48cb91e4ef961">
  <xsd:schema xmlns:xsd="http://www.w3.org/2001/XMLSchema" xmlns:xs="http://www.w3.org/2001/XMLSchema" xmlns:p="http://schemas.microsoft.com/office/2006/metadata/properties" xmlns:ns2="128c8aad-ec74-4bdc-b5c5-9fd13dcdd114" targetNamespace="http://schemas.microsoft.com/office/2006/metadata/properties" ma:root="true" ma:fieldsID="9476b988e90c33c0380ef560b6c63609" ns2:_="">
    <xsd:import namespace="128c8aad-ec74-4bdc-b5c5-9fd13dcdd11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c8aad-ec74-4bdc-b5c5-9fd13dcdd1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0C8001-F5D5-4FF4-9D2C-79A37DD37E4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B23346D-5824-430D-A702-124A8BD631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4241EE-4646-4CD7-BF25-40346257A6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c8aad-ec74-4bdc-b5c5-9fd13dcdd11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1153</TotalTime>
  <Words>394</Words>
  <Application>Microsoft Office PowerPoint</Application>
  <PresentationFormat>On-screen Show (4:3)</PresentationFormat>
  <Paragraphs>113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Chennai LIC Hierarchy / Career Path 2006-07</dc:title>
  <dc:creator>75345</dc:creator>
  <cp:lastModifiedBy>Rama Chandra Raju Dandu</cp:lastModifiedBy>
  <cp:revision>7427</cp:revision>
  <cp:lastPrinted>1601-01-01T00:00:00Z</cp:lastPrinted>
  <dcterms:created xsi:type="dcterms:W3CDTF">2006-06-27T12:15:40Z</dcterms:created>
  <dcterms:modified xsi:type="dcterms:W3CDTF">2026-08-27T06:50:43Z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0x0101005323EBA662DC2F4CB7ADD22F2E951392</vt:lpwstr>
  </property>
  <property fmtid="{D5CDD505-2E9C-101B-9397-08002B2CF9AE}" pid="3" name="Order">
    <vt:r8>61200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
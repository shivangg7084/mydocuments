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9294800" cy="11736375"/>
  <p:embeddedFontLs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OpenSans-regular.fntdata"/><Relationship Id="rId21" Type="http://schemas.openxmlformats.org/officeDocument/2006/relationships/slide" Target="slides/slide16.xml"/><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371600" y="764280"/>
            <a:ext cx="502848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22" name="Google Shape;122;p1: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23" name="Google Shape;123;p1: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31" name="Google Shape;131;p2: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32" name="Google Shape;132;p2: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2: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41" name="Google Shape;141;p3: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42" name="Google Shape;142;p3: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3: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51" name="Google Shape;151;p4: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52" name="Google Shape;152;p4: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62" name="Google Shape;162;p5: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63" name="Google Shape;163;p5: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5: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371600" y="764280"/>
            <a:ext cx="502848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78" name="Google Shape;178;p7: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79" name="Google Shape;179;p7: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7: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371600" y="764280"/>
            <a:ext cx="502848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194" name="Google Shape;194;p9: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195" name="Google Shape;195;p9: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9: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04" name="Google Shape;204;p10: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05" name="Google Shape;205;p10: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0: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14" name="Google Shape;214;p11: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15" name="Google Shape;215;p11: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1: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25" name="Google Shape;225;p12: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26" name="Google Shape;226;p12: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2: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36" name="Google Shape;236;p13: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37" name="Google Shape;237;p13: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3: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47" name="Google Shape;247;p14: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48" name="Google Shape;248;p14: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4: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58" name="Google Shape;258;p15: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59" name="Google Shape;259;p15: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5: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nvSpPr>
        <p:spPr>
          <a:xfrm>
            <a:off x="0" y="11145960"/>
            <a:ext cx="40143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600" strike="noStrike">
                <a:solidFill>
                  <a:srgbClr val="FFFFFF"/>
                </a:solidFill>
                <a:latin typeface="Arial"/>
                <a:ea typeface="Arial"/>
                <a:cs typeface="Arial"/>
                <a:sym typeface="Arial"/>
              </a:rPr>
              <a:t>Page No. 1</a:t>
            </a:r>
            <a:endParaRPr b="0" sz="1600" strike="noStrike">
              <a:latin typeface="Times New Roman"/>
              <a:ea typeface="Times New Roman"/>
              <a:cs typeface="Times New Roman"/>
              <a:sym typeface="Times New Roman"/>
            </a:endParaRPr>
          </a:p>
        </p:txBody>
      </p:sp>
      <p:sp>
        <p:nvSpPr>
          <p:cNvPr id="268" name="Google Shape;268;p16:notes"/>
          <p:cNvSpPr txBox="1"/>
          <p:nvPr/>
        </p:nvSpPr>
        <p:spPr>
          <a:xfrm>
            <a:off x="5264280" y="11145960"/>
            <a:ext cx="4016160" cy="572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fld id="{00000000-1234-1234-1234-123412341234}" type="slidenum">
              <a:rPr b="0" lang="en-US" sz="1600" strike="noStrike">
                <a:solidFill>
                  <a:srgbClr val="FFFFFF"/>
                </a:solidFill>
                <a:latin typeface="Arial"/>
                <a:ea typeface="Arial"/>
                <a:cs typeface="Arial"/>
                <a:sym typeface="Arial"/>
              </a:rPr>
              <a:t>‹#›</a:t>
            </a:fld>
            <a:endParaRPr b="0" sz="1600" strike="noStrike">
              <a:latin typeface="Times New Roman"/>
              <a:ea typeface="Times New Roman"/>
              <a:cs typeface="Times New Roman"/>
              <a:sym typeface="Times New Roman"/>
            </a:endParaRPr>
          </a:p>
        </p:txBody>
      </p:sp>
      <p:sp>
        <p:nvSpPr>
          <p:cNvPr id="269" name="Google Shape;269;p16:notes"/>
          <p:cNvSpPr/>
          <p:nvPr>
            <p:ph idx="2" type="sldImg"/>
          </p:nvPr>
        </p:nvSpPr>
        <p:spPr>
          <a:xfrm>
            <a:off x="1716120" y="880920"/>
            <a:ext cx="5865480" cy="4398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6:notes"/>
          <p:cNvSpPr txBox="1"/>
          <p:nvPr>
            <p:ph idx="1" type="body"/>
          </p:nvPr>
        </p:nvSpPr>
        <p:spPr>
          <a:xfrm>
            <a:off x="928800" y="5575320"/>
            <a:ext cx="7438680" cy="527976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 name="Shape 17"/>
        <p:cNvGrpSpPr/>
        <p:nvPr/>
      </p:nvGrpSpPr>
      <p:grpSpPr>
        <a:xfrm>
          <a:off x="0" y="0"/>
          <a:ext cx="0" cy="0"/>
          <a:chOff x="0" y="0"/>
          <a:chExt cx="0" cy="0"/>
        </a:xfrm>
      </p:grpSpPr>
      <p:sp>
        <p:nvSpPr>
          <p:cNvPr id="18" name="Google Shape;18;p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 type="subTitle"/>
          </p:nvPr>
        </p:nvSpPr>
        <p:spPr>
          <a:xfrm>
            <a:off x="457200" y="1604520"/>
            <a:ext cx="8229240" cy="39776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0" name="Shape 2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 type="body"/>
          </p:nvPr>
        </p:nvSpPr>
        <p:spPr>
          <a:xfrm>
            <a:off x="457200" y="1604520"/>
            <a:ext cx="822924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4" name="Shape 24"/>
        <p:cNvGrpSpPr/>
        <p:nvPr/>
      </p:nvGrpSpPr>
      <p:grpSpPr>
        <a:xfrm>
          <a:off x="0" y="0"/>
          <a:ext cx="0" cy="0"/>
          <a:chOff x="0" y="0"/>
          <a:chExt cx="0" cy="0"/>
        </a:xfrm>
      </p:grpSpPr>
      <p:sp>
        <p:nvSpPr>
          <p:cNvPr id="25" name="Google Shape;25;p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 type="body"/>
          </p:nvPr>
        </p:nvSpPr>
        <p:spPr>
          <a:xfrm>
            <a:off x="45720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5"/>
          <p:cNvSpPr txBox="1"/>
          <p:nvPr>
            <p:ph idx="2" type="body"/>
          </p:nvPr>
        </p:nvSpPr>
        <p:spPr>
          <a:xfrm>
            <a:off x="467424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0" name="Shape 30"/>
        <p:cNvGrpSpPr/>
        <p:nvPr/>
      </p:nvGrpSpPr>
      <p:grpSpPr>
        <a:xfrm>
          <a:off x="0" y="0"/>
          <a:ext cx="0" cy="0"/>
          <a:chOff x="0" y="0"/>
          <a:chExt cx="0" cy="0"/>
        </a:xfrm>
      </p:grpSpPr>
      <p:sp>
        <p:nvSpPr>
          <p:cNvPr id="31" name="Google Shape;31;p7"/>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2" name="Shape 32"/>
        <p:cNvGrpSpPr/>
        <p:nvPr/>
      </p:nvGrpSpPr>
      <p:grpSpPr>
        <a:xfrm>
          <a:off x="0" y="0"/>
          <a:ext cx="0" cy="0"/>
          <a:chOff x="0" y="0"/>
          <a:chExt cx="0" cy="0"/>
        </a:xfrm>
      </p:grpSpPr>
      <p:sp>
        <p:nvSpPr>
          <p:cNvPr id="33" name="Google Shape;33;p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8"/>
          <p:cNvSpPr txBox="1"/>
          <p:nvPr>
            <p:ph idx="2" type="body"/>
          </p:nvPr>
        </p:nvSpPr>
        <p:spPr>
          <a:xfrm>
            <a:off x="467424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8"/>
          <p:cNvSpPr txBox="1"/>
          <p:nvPr>
            <p:ph idx="3" type="body"/>
          </p:nvPr>
        </p:nvSpPr>
        <p:spPr>
          <a:xfrm>
            <a:off x="45720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7" name="Shape 37"/>
        <p:cNvGrpSpPr/>
        <p:nvPr/>
      </p:nvGrpSpPr>
      <p:grpSpPr>
        <a:xfrm>
          <a:off x="0" y="0"/>
          <a:ext cx="0" cy="0"/>
          <a:chOff x="0" y="0"/>
          <a:chExt cx="0" cy="0"/>
        </a:xfrm>
      </p:grpSpPr>
      <p:sp>
        <p:nvSpPr>
          <p:cNvPr id="38" name="Google Shape;38;p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 type="body"/>
          </p:nvPr>
        </p:nvSpPr>
        <p:spPr>
          <a:xfrm>
            <a:off x="45720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9"/>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9"/>
          <p:cNvSpPr txBox="1"/>
          <p:nvPr>
            <p:ph idx="3" type="body"/>
          </p:nvPr>
        </p:nvSpPr>
        <p:spPr>
          <a:xfrm>
            <a:off x="467424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2" name="Shape 42"/>
        <p:cNvGrpSpPr/>
        <p:nvPr/>
      </p:nvGrpSpPr>
      <p:grpSpPr>
        <a:xfrm>
          <a:off x="0" y="0"/>
          <a:ext cx="0" cy="0"/>
          <a:chOff x="0" y="0"/>
          <a:chExt cx="0" cy="0"/>
        </a:xfrm>
      </p:grpSpPr>
      <p:sp>
        <p:nvSpPr>
          <p:cNvPr id="43" name="Google Shape;43;p1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0"/>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0"/>
          <p:cNvSpPr txBox="1"/>
          <p:nvPr>
            <p:ph idx="3" type="body"/>
          </p:nvPr>
        </p:nvSpPr>
        <p:spPr>
          <a:xfrm>
            <a:off x="457200" y="368244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7" name="Shape 47"/>
        <p:cNvGrpSpPr/>
        <p:nvPr/>
      </p:nvGrpSpPr>
      <p:grpSpPr>
        <a:xfrm>
          <a:off x="0" y="0"/>
          <a:ext cx="0" cy="0"/>
          <a:chOff x="0" y="0"/>
          <a:chExt cx="0" cy="0"/>
        </a:xfrm>
      </p:grpSpPr>
      <p:sp>
        <p:nvSpPr>
          <p:cNvPr id="48" name="Google Shape;48;p1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
          <p:cNvSpPr txBox="1"/>
          <p:nvPr>
            <p:ph idx="1" type="body"/>
          </p:nvPr>
        </p:nvSpPr>
        <p:spPr>
          <a:xfrm>
            <a:off x="457200" y="160452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1"/>
          <p:cNvSpPr txBox="1"/>
          <p:nvPr>
            <p:ph idx="2" type="body"/>
          </p:nvPr>
        </p:nvSpPr>
        <p:spPr>
          <a:xfrm>
            <a:off x="457200" y="368244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1" name="Shape 51"/>
        <p:cNvGrpSpPr/>
        <p:nvPr/>
      </p:nvGrpSpPr>
      <p:grpSpPr>
        <a:xfrm>
          <a:off x="0" y="0"/>
          <a:ext cx="0" cy="0"/>
          <a:chOff x="0" y="0"/>
          <a:chExt cx="0" cy="0"/>
        </a:xfrm>
      </p:grpSpPr>
      <p:sp>
        <p:nvSpPr>
          <p:cNvPr id="52" name="Google Shape;52;p1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2"/>
          <p:cNvSpPr txBox="1"/>
          <p:nvPr>
            <p:ph idx="3" type="body"/>
          </p:nvPr>
        </p:nvSpPr>
        <p:spPr>
          <a:xfrm>
            <a:off x="45720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2"/>
          <p:cNvSpPr txBox="1"/>
          <p:nvPr>
            <p:ph idx="4" type="body"/>
          </p:nvPr>
        </p:nvSpPr>
        <p:spPr>
          <a:xfrm>
            <a:off x="467424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7" name="Shape 57"/>
        <p:cNvGrpSpPr/>
        <p:nvPr/>
      </p:nvGrpSpPr>
      <p:grpSpPr>
        <a:xfrm>
          <a:off x="0" y="0"/>
          <a:ext cx="0" cy="0"/>
          <a:chOff x="0" y="0"/>
          <a:chExt cx="0" cy="0"/>
        </a:xfrm>
      </p:grpSpPr>
      <p:sp>
        <p:nvSpPr>
          <p:cNvPr id="58" name="Google Shape;58;p1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 type="body"/>
          </p:nvPr>
        </p:nvSpPr>
        <p:spPr>
          <a:xfrm>
            <a:off x="45720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2" type="body"/>
          </p:nvPr>
        </p:nvSpPr>
        <p:spPr>
          <a:xfrm>
            <a:off x="323964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3" type="body"/>
          </p:nvPr>
        </p:nvSpPr>
        <p:spPr>
          <a:xfrm>
            <a:off x="602208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4" type="body"/>
          </p:nvPr>
        </p:nvSpPr>
        <p:spPr>
          <a:xfrm>
            <a:off x="45720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13"/>
          <p:cNvSpPr txBox="1"/>
          <p:nvPr>
            <p:ph idx="5" type="body"/>
          </p:nvPr>
        </p:nvSpPr>
        <p:spPr>
          <a:xfrm>
            <a:off x="323964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4" name="Google Shape;64;p13"/>
          <p:cNvSpPr txBox="1"/>
          <p:nvPr>
            <p:ph idx="6" type="body"/>
          </p:nvPr>
        </p:nvSpPr>
        <p:spPr>
          <a:xfrm>
            <a:off x="602208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2" name="Shape 7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3" name="Shape 73"/>
        <p:cNvGrpSpPr/>
        <p:nvPr/>
      </p:nvGrpSpPr>
      <p:grpSpPr>
        <a:xfrm>
          <a:off x="0" y="0"/>
          <a:ext cx="0" cy="0"/>
          <a:chOff x="0" y="0"/>
          <a:chExt cx="0" cy="0"/>
        </a:xfrm>
      </p:grpSpPr>
      <p:sp>
        <p:nvSpPr>
          <p:cNvPr id="74" name="Google Shape;74;p1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6"/>
          <p:cNvSpPr txBox="1"/>
          <p:nvPr>
            <p:ph idx="1" type="subTitle"/>
          </p:nvPr>
        </p:nvSpPr>
        <p:spPr>
          <a:xfrm>
            <a:off x="457200" y="1604520"/>
            <a:ext cx="8229240" cy="39776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6" name="Shape 76"/>
        <p:cNvGrpSpPr/>
        <p:nvPr/>
      </p:nvGrpSpPr>
      <p:grpSpPr>
        <a:xfrm>
          <a:off x="0" y="0"/>
          <a:ext cx="0" cy="0"/>
          <a:chOff x="0" y="0"/>
          <a:chExt cx="0" cy="0"/>
        </a:xfrm>
      </p:grpSpPr>
      <p:sp>
        <p:nvSpPr>
          <p:cNvPr id="77" name="Google Shape;77;p1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 type="body"/>
          </p:nvPr>
        </p:nvSpPr>
        <p:spPr>
          <a:xfrm>
            <a:off x="457200" y="1604520"/>
            <a:ext cx="822924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9" name="Shape 79"/>
        <p:cNvGrpSpPr/>
        <p:nvPr/>
      </p:nvGrpSpPr>
      <p:grpSpPr>
        <a:xfrm>
          <a:off x="0" y="0"/>
          <a:ext cx="0" cy="0"/>
          <a:chOff x="0" y="0"/>
          <a:chExt cx="0" cy="0"/>
        </a:xfrm>
      </p:grpSpPr>
      <p:sp>
        <p:nvSpPr>
          <p:cNvPr id="80" name="Google Shape;80;p1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8"/>
          <p:cNvSpPr txBox="1"/>
          <p:nvPr>
            <p:ph idx="1" type="body"/>
          </p:nvPr>
        </p:nvSpPr>
        <p:spPr>
          <a:xfrm>
            <a:off x="45720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18"/>
          <p:cNvSpPr txBox="1"/>
          <p:nvPr>
            <p:ph idx="2" type="body"/>
          </p:nvPr>
        </p:nvSpPr>
        <p:spPr>
          <a:xfrm>
            <a:off x="467424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1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5" name="Shape 85"/>
        <p:cNvGrpSpPr/>
        <p:nvPr/>
      </p:nvGrpSpPr>
      <p:grpSpPr>
        <a:xfrm>
          <a:off x="0" y="0"/>
          <a:ext cx="0" cy="0"/>
          <a:chOff x="0" y="0"/>
          <a:chExt cx="0" cy="0"/>
        </a:xfrm>
      </p:grpSpPr>
      <p:sp>
        <p:nvSpPr>
          <p:cNvPr id="86" name="Google Shape;86;p20"/>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7" name="Shape 87"/>
        <p:cNvGrpSpPr/>
        <p:nvPr/>
      </p:nvGrpSpPr>
      <p:grpSpPr>
        <a:xfrm>
          <a:off x="0" y="0"/>
          <a:ext cx="0" cy="0"/>
          <a:chOff x="0" y="0"/>
          <a:chExt cx="0" cy="0"/>
        </a:xfrm>
      </p:grpSpPr>
      <p:sp>
        <p:nvSpPr>
          <p:cNvPr id="88" name="Google Shape;88;p2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1"/>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21"/>
          <p:cNvSpPr txBox="1"/>
          <p:nvPr>
            <p:ph idx="2" type="body"/>
          </p:nvPr>
        </p:nvSpPr>
        <p:spPr>
          <a:xfrm>
            <a:off x="467424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1"/>
          <p:cNvSpPr txBox="1"/>
          <p:nvPr>
            <p:ph idx="3" type="body"/>
          </p:nvPr>
        </p:nvSpPr>
        <p:spPr>
          <a:xfrm>
            <a:off x="45720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2" name="Shape 92"/>
        <p:cNvGrpSpPr/>
        <p:nvPr/>
      </p:nvGrpSpPr>
      <p:grpSpPr>
        <a:xfrm>
          <a:off x="0" y="0"/>
          <a:ext cx="0" cy="0"/>
          <a:chOff x="0" y="0"/>
          <a:chExt cx="0" cy="0"/>
        </a:xfrm>
      </p:grpSpPr>
      <p:sp>
        <p:nvSpPr>
          <p:cNvPr id="93" name="Google Shape;93;p2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2"/>
          <p:cNvSpPr txBox="1"/>
          <p:nvPr>
            <p:ph idx="1" type="body"/>
          </p:nvPr>
        </p:nvSpPr>
        <p:spPr>
          <a:xfrm>
            <a:off x="457200" y="1604520"/>
            <a:ext cx="4015800" cy="39776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22"/>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6" name="Google Shape;96;p22"/>
          <p:cNvSpPr txBox="1"/>
          <p:nvPr>
            <p:ph idx="3" type="body"/>
          </p:nvPr>
        </p:nvSpPr>
        <p:spPr>
          <a:xfrm>
            <a:off x="467424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7" name="Shape 97"/>
        <p:cNvGrpSpPr/>
        <p:nvPr/>
      </p:nvGrpSpPr>
      <p:grpSpPr>
        <a:xfrm>
          <a:off x="0" y="0"/>
          <a:ext cx="0" cy="0"/>
          <a:chOff x="0" y="0"/>
          <a:chExt cx="0" cy="0"/>
        </a:xfrm>
      </p:grpSpPr>
      <p:sp>
        <p:nvSpPr>
          <p:cNvPr id="98" name="Google Shape;98;p2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3"/>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3"/>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23"/>
          <p:cNvSpPr txBox="1"/>
          <p:nvPr>
            <p:ph idx="3" type="body"/>
          </p:nvPr>
        </p:nvSpPr>
        <p:spPr>
          <a:xfrm>
            <a:off x="457200" y="368244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02" name="Shape 102"/>
        <p:cNvGrpSpPr/>
        <p:nvPr/>
      </p:nvGrpSpPr>
      <p:grpSpPr>
        <a:xfrm>
          <a:off x="0" y="0"/>
          <a:ext cx="0" cy="0"/>
          <a:chOff x="0" y="0"/>
          <a:chExt cx="0" cy="0"/>
        </a:xfrm>
      </p:grpSpPr>
      <p:sp>
        <p:nvSpPr>
          <p:cNvPr id="103" name="Google Shape;103;p2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4"/>
          <p:cNvSpPr txBox="1"/>
          <p:nvPr>
            <p:ph idx="1" type="body"/>
          </p:nvPr>
        </p:nvSpPr>
        <p:spPr>
          <a:xfrm>
            <a:off x="457200" y="160452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4"/>
          <p:cNvSpPr txBox="1"/>
          <p:nvPr>
            <p:ph idx="2" type="body"/>
          </p:nvPr>
        </p:nvSpPr>
        <p:spPr>
          <a:xfrm>
            <a:off x="457200" y="3682440"/>
            <a:ext cx="822924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6" name="Shape 106"/>
        <p:cNvGrpSpPr/>
        <p:nvPr/>
      </p:nvGrpSpPr>
      <p:grpSpPr>
        <a:xfrm>
          <a:off x="0" y="0"/>
          <a:ext cx="0" cy="0"/>
          <a:chOff x="0" y="0"/>
          <a:chExt cx="0" cy="0"/>
        </a:xfrm>
      </p:grpSpPr>
      <p:sp>
        <p:nvSpPr>
          <p:cNvPr id="107" name="Google Shape;107;p2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5"/>
          <p:cNvSpPr txBox="1"/>
          <p:nvPr>
            <p:ph idx="1" type="body"/>
          </p:nvPr>
        </p:nvSpPr>
        <p:spPr>
          <a:xfrm>
            <a:off x="45720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5"/>
          <p:cNvSpPr txBox="1"/>
          <p:nvPr>
            <p:ph idx="2" type="body"/>
          </p:nvPr>
        </p:nvSpPr>
        <p:spPr>
          <a:xfrm>
            <a:off x="4674240" y="160452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5"/>
          <p:cNvSpPr txBox="1"/>
          <p:nvPr>
            <p:ph idx="3" type="body"/>
          </p:nvPr>
        </p:nvSpPr>
        <p:spPr>
          <a:xfrm>
            <a:off x="45720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5"/>
          <p:cNvSpPr txBox="1"/>
          <p:nvPr>
            <p:ph idx="4" type="body"/>
          </p:nvPr>
        </p:nvSpPr>
        <p:spPr>
          <a:xfrm>
            <a:off x="4674240" y="3682440"/>
            <a:ext cx="40158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12" name="Shape 112"/>
        <p:cNvGrpSpPr/>
        <p:nvPr/>
      </p:nvGrpSpPr>
      <p:grpSpPr>
        <a:xfrm>
          <a:off x="0" y="0"/>
          <a:ext cx="0" cy="0"/>
          <a:chOff x="0" y="0"/>
          <a:chExt cx="0" cy="0"/>
        </a:xfrm>
      </p:grpSpPr>
      <p:sp>
        <p:nvSpPr>
          <p:cNvPr id="113" name="Google Shape;113;p2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6"/>
          <p:cNvSpPr txBox="1"/>
          <p:nvPr>
            <p:ph idx="1" type="body"/>
          </p:nvPr>
        </p:nvSpPr>
        <p:spPr>
          <a:xfrm>
            <a:off x="45720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2" type="body"/>
          </p:nvPr>
        </p:nvSpPr>
        <p:spPr>
          <a:xfrm>
            <a:off x="323964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3" type="body"/>
          </p:nvPr>
        </p:nvSpPr>
        <p:spPr>
          <a:xfrm>
            <a:off x="6022080" y="160452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7" name="Google Shape;117;p26"/>
          <p:cNvSpPr txBox="1"/>
          <p:nvPr>
            <p:ph idx="4" type="body"/>
          </p:nvPr>
        </p:nvSpPr>
        <p:spPr>
          <a:xfrm>
            <a:off x="45720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8" name="Google Shape;118;p26"/>
          <p:cNvSpPr txBox="1"/>
          <p:nvPr>
            <p:ph idx="5" type="body"/>
          </p:nvPr>
        </p:nvSpPr>
        <p:spPr>
          <a:xfrm>
            <a:off x="323964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26"/>
          <p:cNvSpPr txBox="1"/>
          <p:nvPr>
            <p:ph idx="6" type="body"/>
          </p:nvPr>
        </p:nvSpPr>
        <p:spPr>
          <a:xfrm>
            <a:off x="6022080" y="3682440"/>
            <a:ext cx="2649600" cy="18972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6.jpg"/><Relationship Id="rId2" Type="http://schemas.openxmlformats.org/officeDocument/2006/relationships/image" Target="../media/image4.jp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image" Target="../media/image7.jp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84C4"/>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1615" l="0" r="0" t="1200"/>
          <a:stretch/>
        </p:blipFill>
        <p:spPr>
          <a:xfrm>
            <a:off x="0" y="1682640"/>
            <a:ext cx="9143640" cy="2274480"/>
          </a:xfrm>
          <a:prstGeom prst="rect">
            <a:avLst/>
          </a:prstGeom>
          <a:noFill/>
          <a:ln>
            <a:noFill/>
          </a:ln>
        </p:spPr>
      </p:pic>
      <p:pic>
        <p:nvPicPr>
          <p:cNvPr id="11" name="Google Shape;11;p1"/>
          <p:cNvPicPr preferRelativeResize="0"/>
          <p:nvPr/>
        </p:nvPicPr>
        <p:blipFill rotWithShape="1">
          <a:blip r:embed="rId2">
            <a:alphaModFix/>
          </a:blip>
          <a:srcRect b="2910" l="1071" r="693" t="4151"/>
          <a:stretch/>
        </p:blipFill>
        <p:spPr>
          <a:xfrm>
            <a:off x="87480" y="330120"/>
            <a:ext cx="8981640" cy="699840"/>
          </a:xfrm>
          <a:prstGeom prst="rect">
            <a:avLst/>
          </a:prstGeom>
          <a:noFill/>
          <a:ln>
            <a:noFill/>
          </a:ln>
        </p:spPr>
      </p:pic>
      <p:pic>
        <p:nvPicPr>
          <p:cNvPr id="12" name="Google Shape;12;p1"/>
          <p:cNvPicPr preferRelativeResize="0"/>
          <p:nvPr/>
        </p:nvPicPr>
        <p:blipFill rotWithShape="1">
          <a:blip r:embed="rId3">
            <a:alphaModFix/>
          </a:blip>
          <a:srcRect b="3688" l="1332" r="1571" t="5532"/>
          <a:stretch/>
        </p:blipFill>
        <p:spPr>
          <a:xfrm>
            <a:off x="6759720" y="6091200"/>
            <a:ext cx="2045880" cy="460080"/>
          </a:xfrm>
          <a:prstGeom prst="rect">
            <a:avLst/>
          </a:prstGeom>
          <a:noFill/>
          <a:ln>
            <a:noFill/>
          </a:ln>
        </p:spPr>
      </p:pic>
      <p:sp>
        <p:nvSpPr>
          <p:cNvPr id="13" name="Google Shape;13;p1"/>
          <p:cNvSpPr/>
          <p:nvPr/>
        </p:nvSpPr>
        <p:spPr>
          <a:xfrm>
            <a:off x="1379520" y="6342120"/>
            <a:ext cx="2285640" cy="26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txBox="1"/>
          <p:nvPr>
            <p:ph idx="12" type="sldNum"/>
          </p:nvPr>
        </p:nvSpPr>
        <p:spPr>
          <a:xfrm>
            <a:off x="279360" y="6342120"/>
            <a:ext cx="2118960" cy="250560"/>
          </a:xfrm>
          <a:prstGeom prst="rect">
            <a:avLst/>
          </a:prstGeom>
          <a:noFill/>
          <a:ln>
            <a:noFill/>
          </a:ln>
        </p:spPr>
        <p:txBody>
          <a:bodyPr anchorCtr="0" anchor="t" bIns="45000" lIns="90000" spcFirstLastPara="1" rIns="90000" wrap="square" tIns="45000">
            <a:noAutofit/>
          </a:bodyPr>
          <a:lstStyle>
            <a:lvl1pPr indent="0" lvl="0" marL="0" marR="0" rtl="0" algn="l">
              <a:spcBef>
                <a:spcPts val="0"/>
              </a:spcBef>
              <a:buNone/>
              <a:defRPr b="0" i="0" sz="1800" u="none" cap="none" strike="noStrike">
                <a:solidFill>
                  <a:srgbClr val="000000"/>
                </a:solidFill>
                <a:latin typeface="Arial"/>
                <a:ea typeface="Arial"/>
                <a:cs typeface="Arial"/>
                <a:sym typeface="Arial"/>
              </a:defRPr>
            </a:lvl1pPr>
            <a:lvl2pPr indent="0" lvl="1" marL="0" marR="0" rtl="0" algn="l">
              <a:spcBef>
                <a:spcPts val="0"/>
              </a:spcBef>
              <a:buNone/>
              <a:defRPr b="0" i="0" sz="1800" u="none" cap="none" strike="noStrike">
                <a:solidFill>
                  <a:srgbClr val="000000"/>
                </a:solidFill>
                <a:latin typeface="Arial"/>
                <a:ea typeface="Arial"/>
                <a:cs typeface="Arial"/>
                <a:sym typeface="Arial"/>
              </a:defRPr>
            </a:lvl2pPr>
            <a:lvl3pPr indent="0" lvl="2" marL="0" marR="0" rtl="0" algn="l">
              <a:spcBef>
                <a:spcPts val="0"/>
              </a:spcBef>
              <a:buNone/>
              <a:defRPr b="0" i="0" sz="1800" u="none" cap="none" strike="noStrike">
                <a:solidFill>
                  <a:srgbClr val="000000"/>
                </a:solidFill>
                <a:latin typeface="Arial"/>
                <a:ea typeface="Arial"/>
                <a:cs typeface="Arial"/>
                <a:sym typeface="Arial"/>
              </a:defRPr>
            </a:lvl3pPr>
            <a:lvl4pPr indent="0" lvl="3" marL="0" marR="0" rtl="0" algn="l">
              <a:spcBef>
                <a:spcPts val="0"/>
              </a:spcBef>
              <a:buNone/>
              <a:defRPr b="0" i="0" sz="1800" u="none" cap="none" strike="noStrike">
                <a:solidFill>
                  <a:srgbClr val="000000"/>
                </a:solidFill>
                <a:latin typeface="Arial"/>
                <a:ea typeface="Arial"/>
                <a:cs typeface="Arial"/>
                <a:sym typeface="Arial"/>
              </a:defRPr>
            </a:lvl4pPr>
            <a:lvl5pPr indent="0" lvl="4" marL="0" marR="0" rtl="0" algn="l">
              <a:spcBef>
                <a:spcPts val="0"/>
              </a:spcBef>
              <a:buNone/>
              <a:defRPr b="0" i="0" sz="1800" u="none" cap="none" strike="noStrike">
                <a:solidFill>
                  <a:srgbClr val="000000"/>
                </a:solidFill>
                <a:latin typeface="Arial"/>
                <a:ea typeface="Arial"/>
                <a:cs typeface="Arial"/>
                <a:sym typeface="Arial"/>
              </a:defRPr>
            </a:lvl5pPr>
            <a:lvl6pPr indent="0" lvl="5" marL="0" marR="0" rtl="0" algn="l">
              <a:spcBef>
                <a:spcPts val="0"/>
              </a:spcBef>
              <a:buNone/>
              <a:defRPr b="0" i="0" sz="1800" u="none" cap="none" strike="noStrike">
                <a:solidFill>
                  <a:srgbClr val="000000"/>
                </a:solidFill>
                <a:latin typeface="Arial"/>
                <a:ea typeface="Arial"/>
                <a:cs typeface="Arial"/>
                <a:sym typeface="Arial"/>
              </a:defRPr>
            </a:lvl6pPr>
            <a:lvl7pPr indent="0" lvl="6" marL="0" marR="0" rtl="0" algn="l">
              <a:spcBef>
                <a:spcPts val="0"/>
              </a:spcBef>
              <a:buNone/>
              <a:defRPr b="0" i="0" sz="1800" u="none" cap="none" strike="noStrike">
                <a:solidFill>
                  <a:srgbClr val="000000"/>
                </a:solidFill>
                <a:latin typeface="Arial"/>
                <a:ea typeface="Arial"/>
                <a:cs typeface="Arial"/>
                <a:sym typeface="Arial"/>
              </a:defRPr>
            </a:lvl7pPr>
            <a:lvl8pPr indent="0" lvl="7" marL="0" marR="0" rtl="0" algn="l">
              <a:spcBef>
                <a:spcPts val="0"/>
              </a:spcBef>
              <a:buNone/>
              <a:defRPr b="0" i="0" sz="1800" u="none" cap="none" strike="noStrike">
                <a:solidFill>
                  <a:srgbClr val="000000"/>
                </a:solidFill>
                <a:latin typeface="Arial"/>
                <a:ea typeface="Arial"/>
                <a:cs typeface="Arial"/>
                <a:sym typeface="Arial"/>
              </a:defRPr>
            </a:lvl8pPr>
            <a:lvl9pPr indent="0" lvl="8" marL="0" marR="0" rtl="0" algn="l">
              <a:spcBef>
                <a:spcPts val="0"/>
              </a:spcBef>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r>
              <a:rPr lang="en-US"/>
              <a:t>December 24, 2019</a:t>
            </a:r>
            <a:endParaRPr>
              <a:latin typeface="Times New Roman"/>
              <a:ea typeface="Times New Roman"/>
              <a:cs typeface="Times New Roman"/>
              <a:sym typeface="Times New Roman"/>
            </a:endParaRPr>
          </a:p>
        </p:txBody>
      </p:sp>
      <p:sp>
        <p:nvSpPr>
          <p:cNvPr id="15" name="Google Shape;15;p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1"/>
          <p:cNvSpPr txBox="1"/>
          <p:nvPr>
            <p:ph idx="1" type="body"/>
          </p:nvPr>
        </p:nvSpPr>
        <p:spPr>
          <a:xfrm>
            <a:off x="457200" y="1604520"/>
            <a:ext cx="8229240" cy="39776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1">
            <a:alphaModFix/>
          </a:blip>
          <a:srcRect b="4382" l="0" r="0" t="2779"/>
          <a:stretch/>
        </p:blipFill>
        <p:spPr>
          <a:xfrm>
            <a:off x="0" y="5396040"/>
            <a:ext cx="9143640" cy="936360"/>
          </a:xfrm>
          <a:prstGeom prst="rect">
            <a:avLst/>
          </a:prstGeom>
          <a:noFill/>
          <a:ln>
            <a:noFill/>
          </a:ln>
        </p:spPr>
      </p:pic>
      <p:pic>
        <p:nvPicPr>
          <p:cNvPr id="67" name="Google Shape;67;p14"/>
          <p:cNvPicPr preferRelativeResize="0"/>
          <p:nvPr/>
        </p:nvPicPr>
        <p:blipFill rotWithShape="1">
          <a:blip r:embed="rId2">
            <a:alphaModFix/>
          </a:blip>
          <a:srcRect b="0" l="0" r="0" t="0"/>
          <a:stretch/>
        </p:blipFill>
        <p:spPr>
          <a:xfrm>
            <a:off x="351000" y="6477120"/>
            <a:ext cx="2844360" cy="142560"/>
          </a:xfrm>
          <a:prstGeom prst="rect">
            <a:avLst/>
          </a:prstGeom>
          <a:noFill/>
          <a:ln>
            <a:noFill/>
          </a:ln>
        </p:spPr>
      </p:pic>
      <p:sp>
        <p:nvSpPr>
          <p:cNvPr id="68" name="Google Shape;68;p14"/>
          <p:cNvSpPr/>
          <p:nvPr/>
        </p:nvSpPr>
        <p:spPr>
          <a:xfrm>
            <a:off x="6721560" y="6459480"/>
            <a:ext cx="1412640" cy="31572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r>
              <a:rPr b="0" lang="en-US" sz="900" strike="noStrike">
                <a:solidFill>
                  <a:srgbClr val="000000"/>
                </a:solidFill>
                <a:latin typeface="Open Sans"/>
                <a:ea typeface="Open Sans"/>
                <a:cs typeface="Open Sans"/>
                <a:sym typeface="Open Sans"/>
              </a:rPr>
              <a:t>December 24, 2019</a:t>
            </a:r>
            <a:endParaRPr b="0" sz="900" strike="noStrike">
              <a:latin typeface="Arial"/>
              <a:ea typeface="Arial"/>
              <a:cs typeface="Arial"/>
              <a:sym typeface="Arial"/>
            </a:endParaRPr>
          </a:p>
        </p:txBody>
      </p:sp>
      <p:sp>
        <p:nvSpPr>
          <p:cNvPr id="69" name="Google Shape;69;p14"/>
          <p:cNvSpPr txBox="1"/>
          <p:nvPr>
            <p:ph idx="12" type="sldNum"/>
          </p:nvPr>
        </p:nvSpPr>
        <p:spPr>
          <a:xfrm>
            <a:off x="8477280" y="6461280"/>
            <a:ext cx="366480" cy="250560"/>
          </a:xfrm>
          <a:prstGeom prst="rect">
            <a:avLst/>
          </a:prstGeom>
          <a:noFill/>
          <a:ln>
            <a:noFill/>
          </a:ln>
        </p:spPr>
        <p:txBody>
          <a:bodyPr anchorCtr="0" anchor="t" bIns="45000" lIns="90000" spcFirstLastPara="1" rIns="90000" wrap="square" tIns="45000">
            <a:noAutofit/>
          </a:bodyPr>
          <a:lstStyle>
            <a:lvl1pPr indent="0" lvl="0" marL="0" marR="0" rtl="0" algn="l">
              <a:spcBef>
                <a:spcPts val="0"/>
              </a:spcBef>
              <a:buNone/>
              <a:defRPr b="0" sz="1800" strike="noStrike">
                <a:solidFill>
                  <a:srgbClr val="000000"/>
                </a:solidFill>
                <a:latin typeface="Arial"/>
                <a:ea typeface="Arial"/>
                <a:cs typeface="Arial"/>
                <a:sym typeface="Arial"/>
              </a:defRPr>
            </a:lvl1pPr>
            <a:lvl2pPr indent="0" lvl="1" marL="0" marR="0" rtl="0" algn="l">
              <a:spcBef>
                <a:spcPts val="0"/>
              </a:spcBef>
              <a:buNone/>
              <a:defRPr b="0" sz="1800" strike="noStrike">
                <a:solidFill>
                  <a:srgbClr val="000000"/>
                </a:solidFill>
                <a:latin typeface="Arial"/>
                <a:ea typeface="Arial"/>
                <a:cs typeface="Arial"/>
                <a:sym typeface="Arial"/>
              </a:defRPr>
            </a:lvl2pPr>
            <a:lvl3pPr indent="0" lvl="2" marL="0" marR="0" rtl="0" algn="l">
              <a:spcBef>
                <a:spcPts val="0"/>
              </a:spcBef>
              <a:buNone/>
              <a:defRPr b="0" sz="1800" strike="noStrike">
                <a:solidFill>
                  <a:srgbClr val="000000"/>
                </a:solidFill>
                <a:latin typeface="Arial"/>
                <a:ea typeface="Arial"/>
                <a:cs typeface="Arial"/>
                <a:sym typeface="Arial"/>
              </a:defRPr>
            </a:lvl3pPr>
            <a:lvl4pPr indent="0" lvl="3" marL="0" marR="0" rtl="0" algn="l">
              <a:spcBef>
                <a:spcPts val="0"/>
              </a:spcBef>
              <a:buNone/>
              <a:defRPr b="0" sz="1800" strike="noStrike">
                <a:solidFill>
                  <a:srgbClr val="000000"/>
                </a:solidFill>
                <a:latin typeface="Arial"/>
                <a:ea typeface="Arial"/>
                <a:cs typeface="Arial"/>
                <a:sym typeface="Arial"/>
              </a:defRPr>
            </a:lvl4pPr>
            <a:lvl5pPr indent="0" lvl="4" marL="0" marR="0" rtl="0" algn="l">
              <a:spcBef>
                <a:spcPts val="0"/>
              </a:spcBef>
              <a:buNone/>
              <a:defRPr b="0" sz="1800" strike="noStrike">
                <a:solidFill>
                  <a:srgbClr val="000000"/>
                </a:solidFill>
                <a:latin typeface="Arial"/>
                <a:ea typeface="Arial"/>
                <a:cs typeface="Arial"/>
                <a:sym typeface="Arial"/>
              </a:defRPr>
            </a:lvl5pPr>
            <a:lvl6pPr indent="0" lvl="5" marL="0" marR="0" rtl="0" algn="l">
              <a:spcBef>
                <a:spcPts val="0"/>
              </a:spcBef>
              <a:buNone/>
              <a:defRPr b="0" sz="1800" strike="noStrike">
                <a:solidFill>
                  <a:srgbClr val="000000"/>
                </a:solidFill>
                <a:latin typeface="Arial"/>
                <a:ea typeface="Arial"/>
                <a:cs typeface="Arial"/>
                <a:sym typeface="Arial"/>
              </a:defRPr>
            </a:lvl6pPr>
            <a:lvl7pPr indent="0" lvl="6" marL="0" marR="0" rtl="0" algn="l">
              <a:spcBef>
                <a:spcPts val="0"/>
              </a:spcBef>
              <a:buNone/>
              <a:defRPr b="0" sz="1800" strike="noStrike">
                <a:solidFill>
                  <a:srgbClr val="000000"/>
                </a:solidFill>
                <a:latin typeface="Arial"/>
                <a:ea typeface="Arial"/>
                <a:cs typeface="Arial"/>
                <a:sym typeface="Arial"/>
              </a:defRPr>
            </a:lvl7pPr>
            <a:lvl8pPr indent="0" lvl="7" marL="0" marR="0" rtl="0" algn="l">
              <a:spcBef>
                <a:spcPts val="0"/>
              </a:spcBef>
              <a:buNone/>
              <a:defRPr b="0" sz="1800" strike="noStrike">
                <a:solidFill>
                  <a:srgbClr val="000000"/>
                </a:solidFill>
                <a:latin typeface="Arial"/>
                <a:ea typeface="Arial"/>
                <a:cs typeface="Arial"/>
                <a:sym typeface="Arial"/>
              </a:defRPr>
            </a:lvl8pPr>
            <a:lvl9pPr indent="0" lvl="8" marL="0" marR="0" rtl="0" algn="l">
              <a:spcBef>
                <a:spcPts val="0"/>
              </a:spcBef>
              <a:buNone/>
              <a:defRPr b="0" sz="1800"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70" name="Google Shape;70;p1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1" name="Google Shape;71;p14"/>
          <p:cNvSpPr txBox="1"/>
          <p:nvPr>
            <p:ph idx="1" type="body"/>
          </p:nvPr>
        </p:nvSpPr>
        <p:spPr>
          <a:xfrm>
            <a:off x="457200" y="1604520"/>
            <a:ext cx="8229240" cy="39776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84C4"/>
        </a:solidFill>
      </p:bgPr>
    </p:bg>
    <p:spTree>
      <p:nvGrpSpPr>
        <p:cNvPr id="125" name="Shape 125"/>
        <p:cNvGrpSpPr/>
        <p:nvPr/>
      </p:nvGrpSpPr>
      <p:grpSpPr>
        <a:xfrm>
          <a:off x="0" y="0"/>
          <a:ext cx="0" cy="0"/>
          <a:chOff x="0" y="0"/>
          <a:chExt cx="0" cy="0"/>
        </a:xfrm>
      </p:grpSpPr>
      <p:sp>
        <p:nvSpPr>
          <p:cNvPr id="126" name="Google Shape;126;p27"/>
          <p:cNvSpPr/>
          <p:nvPr/>
        </p:nvSpPr>
        <p:spPr>
          <a:xfrm>
            <a:off x="279360" y="6342120"/>
            <a:ext cx="2133360" cy="26460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900" strike="noStrike">
                <a:solidFill>
                  <a:srgbClr val="000000"/>
                </a:solidFill>
                <a:latin typeface="Open Sans"/>
                <a:ea typeface="Open Sans"/>
                <a:cs typeface="Open Sans"/>
                <a:sym typeface="Open Sans"/>
              </a:rPr>
              <a:t>December 24, 2019</a:t>
            </a:r>
            <a:endParaRPr b="0" sz="900" strike="noStrike">
              <a:latin typeface="Arial"/>
              <a:ea typeface="Arial"/>
              <a:cs typeface="Arial"/>
              <a:sym typeface="Arial"/>
            </a:endParaRPr>
          </a:p>
        </p:txBody>
      </p:sp>
      <p:sp>
        <p:nvSpPr>
          <p:cNvPr id="127" name="Google Shape;127;p27"/>
          <p:cNvSpPr/>
          <p:nvPr/>
        </p:nvSpPr>
        <p:spPr>
          <a:xfrm>
            <a:off x="279360" y="3914640"/>
            <a:ext cx="8407080" cy="13888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US" sz="3600" strike="noStrike">
                <a:solidFill>
                  <a:srgbClr val="000000"/>
                </a:solidFill>
                <a:latin typeface="Arial"/>
                <a:ea typeface="Arial"/>
                <a:cs typeface="Arial"/>
                <a:sym typeface="Arial"/>
              </a:rPr>
              <a:t>Machine Learning  – Dimension Reduction</a:t>
            </a:r>
            <a:endParaRPr b="0" sz="3600" strike="noStrike">
              <a:latin typeface="Arial"/>
              <a:ea typeface="Arial"/>
              <a:cs typeface="Arial"/>
              <a:sym typeface="Arial"/>
            </a:endParaRPr>
          </a:p>
        </p:txBody>
      </p:sp>
      <p:sp>
        <p:nvSpPr>
          <p:cNvPr id="128" name="Google Shape;128;p27"/>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28"/>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36" name="Google Shape;136;p28"/>
          <p:cNvSpPr/>
          <p:nvPr/>
        </p:nvSpPr>
        <p:spPr>
          <a:xfrm>
            <a:off x="549360" y="609480"/>
            <a:ext cx="8442000" cy="5950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0" lang="en-US" sz="2800" strike="noStrike">
                <a:solidFill>
                  <a:srgbClr val="000000"/>
                </a:solidFill>
                <a:latin typeface="Open Sans"/>
                <a:ea typeface="Open Sans"/>
                <a:cs typeface="Open Sans"/>
                <a:sym typeface="Open Sans"/>
              </a:rPr>
              <a:t>Agenda</a:t>
            </a:r>
            <a:endParaRPr b="0" sz="2800" strike="noStrike">
              <a:latin typeface="Arial"/>
              <a:ea typeface="Arial"/>
              <a:cs typeface="Arial"/>
              <a:sym typeface="Arial"/>
            </a:endParaRPr>
          </a:p>
        </p:txBody>
      </p:sp>
      <p:sp>
        <p:nvSpPr>
          <p:cNvPr id="137" name="Google Shape;137;p28"/>
          <p:cNvSpPr/>
          <p:nvPr/>
        </p:nvSpPr>
        <p:spPr>
          <a:xfrm>
            <a:off x="594000" y="1351080"/>
            <a:ext cx="8003880" cy="4525560"/>
          </a:xfrm>
          <a:prstGeom prst="rect">
            <a:avLst/>
          </a:prstGeom>
          <a:noFill/>
          <a:ln>
            <a:noFill/>
          </a:ln>
        </p:spPr>
        <p:txBody>
          <a:bodyPr anchorCtr="0" anchor="t" bIns="45000" lIns="90000" spcFirstLastPara="1" rIns="90000" wrap="square" tIns="45000">
            <a:noAutofit/>
          </a:bodyPr>
          <a:lstStyle/>
          <a:p>
            <a:pPr indent="-342720" lvl="0" marL="343080" marR="0" rtl="0" algn="l">
              <a:spcBef>
                <a:spcPts val="0"/>
              </a:spcBef>
              <a:spcAft>
                <a:spcPts val="0"/>
              </a:spcAft>
              <a:buClr>
                <a:srgbClr val="000000"/>
              </a:buClr>
              <a:buSzPts val="2400"/>
              <a:buFont typeface="Noto Sans Symbols"/>
              <a:buChar char="❑"/>
            </a:pPr>
            <a:r>
              <a:rPr b="0" lang="en-US" sz="2400" strike="noStrike">
                <a:solidFill>
                  <a:srgbClr val="000000"/>
                </a:solidFill>
                <a:latin typeface="Arial"/>
                <a:ea typeface="Arial"/>
                <a:cs typeface="Arial"/>
                <a:sym typeface="Arial"/>
              </a:rPr>
              <a:t>Machine Learning –  Curse of dimensionality</a:t>
            </a:r>
            <a:endParaRPr b="0" sz="2400" strike="noStrike">
              <a:latin typeface="Arial"/>
              <a:ea typeface="Arial"/>
              <a:cs typeface="Arial"/>
              <a:sym typeface="Arial"/>
            </a:endParaRPr>
          </a:p>
          <a:p>
            <a:pPr indent="-342720" lvl="0" marL="343080" marR="0" rtl="0" algn="l">
              <a:spcBef>
                <a:spcPts val="499"/>
              </a:spcBef>
              <a:spcAft>
                <a:spcPts val="0"/>
              </a:spcAft>
              <a:buClr>
                <a:srgbClr val="000000"/>
              </a:buClr>
              <a:buSzPts val="2400"/>
              <a:buFont typeface="Noto Sans Symbols"/>
              <a:buChar char="❑"/>
            </a:pPr>
            <a:r>
              <a:rPr b="0" lang="en-US" sz="2400" strike="noStrike">
                <a:solidFill>
                  <a:srgbClr val="000000"/>
                </a:solidFill>
                <a:latin typeface="Arial"/>
                <a:ea typeface="Arial"/>
                <a:cs typeface="Arial"/>
                <a:sym typeface="Arial"/>
              </a:rPr>
              <a:t>Machine Learning –  principal component analysis</a:t>
            </a:r>
            <a:endParaRPr b="0" sz="2400" strike="noStrike">
              <a:latin typeface="Arial"/>
              <a:ea typeface="Arial"/>
              <a:cs typeface="Arial"/>
              <a:sym typeface="Arial"/>
            </a:endParaRPr>
          </a:p>
          <a:p>
            <a:pPr indent="-342720" lvl="0" marL="343080" marR="0" rtl="0" algn="l">
              <a:spcBef>
                <a:spcPts val="499"/>
              </a:spcBef>
              <a:spcAft>
                <a:spcPts val="0"/>
              </a:spcAft>
              <a:buClr>
                <a:srgbClr val="000000"/>
              </a:buClr>
              <a:buSzPts val="2400"/>
              <a:buFont typeface="Noto Sans Symbols"/>
              <a:buChar char="❑"/>
            </a:pPr>
            <a:r>
              <a:rPr b="0" lang="en-US" sz="2400" strike="noStrike">
                <a:solidFill>
                  <a:srgbClr val="000000"/>
                </a:solidFill>
                <a:latin typeface="Arial"/>
                <a:ea typeface="Arial"/>
                <a:cs typeface="Arial"/>
                <a:sym typeface="Arial"/>
              </a:rPr>
              <a:t>Machine Learning –  Independent Component Analysis</a:t>
            </a:r>
            <a:endParaRPr b="0" sz="2400" strike="noStrike">
              <a:latin typeface="Arial"/>
              <a:ea typeface="Arial"/>
              <a:cs typeface="Arial"/>
              <a:sym typeface="Arial"/>
            </a:endParaRPr>
          </a:p>
          <a:p>
            <a:pPr indent="-342720" lvl="0" marL="343080" marR="0" rtl="0" algn="l">
              <a:spcBef>
                <a:spcPts val="499"/>
              </a:spcBef>
              <a:spcAft>
                <a:spcPts val="0"/>
              </a:spcAft>
              <a:buClr>
                <a:srgbClr val="000000"/>
              </a:buClr>
              <a:buSzPts val="2400"/>
              <a:buFont typeface="Noto Sans Symbols"/>
              <a:buChar char="❑"/>
            </a:pPr>
            <a:r>
              <a:rPr b="0" lang="en-US" sz="2400" strike="noStrike">
                <a:solidFill>
                  <a:srgbClr val="000000"/>
                </a:solidFill>
                <a:latin typeface="Arial"/>
                <a:ea typeface="Arial"/>
                <a:cs typeface="Arial"/>
                <a:sym typeface="Arial"/>
              </a:rPr>
              <a:t>Machine Learning –  PCA Applications </a:t>
            </a:r>
            <a:endParaRPr b="0" sz="2400" strike="noStrike">
              <a:latin typeface="Arial"/>
              <a:ea typeface="Arial"/>
              <a:cs typeface="Arial"/>
              <a:sym typeface="Arial"/>
            </a:endParaRPr>
          </a:p>
          <a:p>
            <a:pPr indent="-342720" lvl="0" marL="343080" marR="0" rtl="0" algn="l">
              <a:spcBef>
                <a:spcPts val="499"/>
              </a:spcBef>
              <a:spcAft>
                <a:spcPts val="0"/>
              </a:spcAft>
              <a:buClr>
                <a:srgbClr val="000000"/>
              </a:buClr>
              <a:buSzPts val="2400"/>
              <a:buFont typeface="Noto Sans Symbols"/>
              <a:buChar char="❑"/>
            </a:pPr>
            <a:r>
              <a:rPr b="0" lang="en-US" sz="2400" strike="noStrike">
                <a:solidFill>
                  <a:srgbClr val="000000"/>
                </a:solidFill>
                <a:latin typeface="Arial"/>
                <a:ea typeface="Arial"/>
                <a:cs typeface="Arial"/>
                <a:sym typeface="Arial"/>
              </a:rPr>
              <a:t>Machine Learning –  ICA Applications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a:p>
            <a:pPr indent="0" lvl="0" marL="0" marR="0" rtl="0" algn="l">
              <a:spcBef>
                <a:spcPts val="0"/>
              </a:spcBef>
              <a:spcAft>
                <a:spcPts val="0"/>
              </a:spcAft>
              <a:buNone/>
            </a:pPr>
            <a:r>
              <a:t/>
            </a:r>
            <a:endParaRPr b="0" sz="2400" strike="noStrike">
              <a:latin typeface="Arial"/>
              <a:ea typeface="Arial"/>
              <a:cs typeface="Arial"/>
              <a:sym typeface="Arial"/>
            </a:endParaRPr>
          </a:p>
        </p:txBody>
      </p:sp>
      <p:sp>
        <p:nvSpPr>
          <p:cNvPr id="138" name="Google Shape;138;p28"/>
          <p:cNvSpPr/>
          <p:nvPr/>
        </p:nvSpPr>
        <p:spPr>
          <a:xfrm>
            <a:off x="402300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29"/>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46" name="Google Shape;146;p29"/>
          <p:cNvSpPr/>
          <p:nvPr/>
        </p:nvSpPr>
        <p:spPr>
          <a:xfrm>
            <a:off x="425520" y="1915560"/>
            <a:ext cx="8203680" cy="3432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Curse of dimensionality:</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The curse of dimensionality refers to the phenomena that occur when working on high dimensional data that does not occur in low dimensional spaces, specifically the issue of data sparsity and “closeness” of data.</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Sparsity of data occurs when moving to higher dimensions. the volume of the space represented grows so quickly that the data cannot keep up and thus becomes sparse.  The sparsity issue is a major one for anyone whose goal has some statistical significance.</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p:txBody>
      </p:sp>
      <p:sp>
        <p:nvSpPr>
          <p:cNvPr id="147" name="Google Shape;147;p29"/>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148" name="Google Shape;148;p29"/>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Curse of dimensionality</a:t>
            </a:r>
            <a:endParaRPr b="0" sz="2800"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30"/>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56" name="Google Shape;156;p30"/>
          <p:cNvSpPr/>
          <p:nvPr/>
        </p:nvSpPr>
        <p:spPr>
          <a:xfrm>
            <a:off x="302760" y="864720"/>
            <a:ext cx="8203680" cy="3432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Curse of dimensionality:</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As the data space seen above moves from one dimension to two dimensions and finally to three dimensions, the given data fills less and less of the data space</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p:txBody>
      </p:sp>
      <p:sp>
        <p:nvSpPr>
          <p:cNvPr id="157" name="Google Shape;157;p30"/>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158" name="Google Shape;158;p30"/>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Curse of dimensionality</a:t>
            </a:r>
            <a:endParaRPr b="0" sz="2800" strike="noStrike">
              <a:latin typeface="Arial"/>
              <a:ea typeface="Arial"/>
              <a:cs typeface="Arial"/>
              <a:sym typeface="Arial"/>
            </a:endParaRPr>
          </a:p>
        </p:txBody>
      </p:sp>
      <p:pic>
        <p:nvPicPr>
          <p:cNvPr id="159" name="Google Shape;159;p30"/>
          <p:cNvPicPr preferRelativeResize="0"/>
          <p:nvPr/>
        </p:nvPicPr>
        <p:blipFill rotWithShape="1">
          <a:blip r:embed="rId3">
            <a:alphaModFix/>
          </a:blip>
          <a:srcRect b="0" l="0" r="0" t="0"/>
          <a:stretch/>
        </p:blipFill>
        <p:spPr>
          <a:xfrm>
            <a:off x="1206720" y="2931840"/>
            <a:ext cx="6912000" cy="24040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31"/>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67" name="Google Shape;167;p31"/>
          <p:cNvSpPr/>
          <p:nvPr/>
        </p:nvSpPr>
        <p:spPr>
          <a:xfrm>
            <a:off x="329760" y="2188440"/>
            <a:ext cx="8203680" cy="3432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Principal Component Analysis (PCA):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Principal Component Analysis (PCA) is the most basic yet important feature transform in feature extraction and dimensionality reduction researches</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PCA is to reduce the dimensionality of a data set consisting of many variables correlated with each other, either heavily or lightly, while retaining the variation present in the dataset, up to the maximum extent.</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The dataset on which PCA technique is to be used must be scaled</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p:txBody>
      </p:sp>
      <p:sp>
        <p:nvSpPr>
          <p:cNvPr id="168" name="Google Shape;168;p31"/>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169" name="Google Shape;169;p31"/>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principal component analysis (PCA) </a:t>
            </a:r>
            <a:endParaRPr b="0" sz="2800"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2"/>
          <p:cNvPicPr preferRelativeResize="0"/>
          <p:nvPr/>
        </p:nvPicPr>
        <p:blipFill rotWithShape="1">
          <a:blip r:embed="rId3">
            <a:alphaModFix/>
          </a:blip>
          <a:srcRect b="0" l="0" r="0" t="0"/>
          <a:stretch/>
        </p:blipFill>
        <p:spPr>
          <a:xfrm>
            <a:off x="914400" y="640080"/>
            <a:ext cx="7619760" cy="3809520"/>
          </a:xfrm>
          <a:prstGeom prst="rect">
            <a:avLst/>
          </a:prstGeom>
          <a:noFill/>
          <a:ln>
            <a:noFill/>
          </a:ln>
        </p:spPr>
      </p:pic>
      <p:sp>
        <p:nvSpPr>
          <p:cNvPr id="175" name="Google Shape;175;p32"/>
          <p:cNvSpPr txBox="1"/>
          <p:nvPr/>
        </p:nvSpPr>
        <p:spPr>
          <a:xfrm>
            <a:off x="14400" y="4663440"/>
            <a:ext cx="9221040" cy="603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n-US" sz="1800" strike="noStrike">
                <a:latin typeface="Arial"/>
                <a:ea typeface="Arial"/>
                <a:cs typeface="Arial"/>
                <a:sym typeface="Arial"/>
              </a:rPr>
              <a:t>It helps us to remove redundancy, improve computational efficiency and make data easier to visualize and analyze.</a:t>
            </a:r>
            <a:endParaRPr b="0" sz="1800"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33"/>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83" name="Google Shape;183;p33"/>
          <p:cNvSpPr/>
          <p:nvPr/>
        </p:nvSpPr>
        <p:spPr>
          <a:xfrm>
            <a:off x="207000" y="1247040"/>
            <a:ext cx="8203680" cy="176904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Principal Component Analysis (PCA):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184" name="Google Shape;184;p33"/>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185" name="Google Shape;185;p33"/>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principal component analysis (PCA) </a:t>
            </a:r>
            <a:endParaRPr b="0" sz="2800" strike="noStrike">
              <a:latin typeface="Arial"/>
              <a:ea typeface="Arial"/>
              <a:cs typeface="Arial"/>
              <a:sym typeface="Arial"/>
            </a:endParaRPr>
          </a:p>
        </p:txBody>
      </p:sp>
      <p:pic>
        <p:nvPicPr>
          <p:cNvPr id="186" name="Google Shape;186;p33"/>
          <p:cNvPicPr preferRelativeResize="0"/>
          <p:nvPr/>
        </p:nvPicPr>
        <p:blipFill rotWithShape="1">
          <a:blip r:embed="rId3">
            <a:alphaModFix/>
          </a:blip>
          <a:srcRect b="0" l="0" r="0" t="0"/>
          <a:stretch/>
        </p:blipFill>
        <p:spPr>
          <a:xfrm>
            <a:off x="873360" y="1786320"/>
            <a:ext cx="7437600" cy="34761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nvSpPr>
        <p:spPr>
          <a:xfrm>
            <a:off x="73440" y="548640"/>
            <a:ext cx="9154080" cy="37396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1800" strike="noStrike">
                <a:latin typeface="Arial"/>
                <a:ea typeface="Arial"/>
                <a:cs typeface="Arial"/>
                <a:sym typeface="Arial"/>
              </a:rPr>
              <a:t>How Principal Component Analysis Works</a:t>
            </a:r>
            <a:endParaRPr b="0" sz="1800" strike="noStrike">
              <a:latin typeface="Arial"/>
              <a:ea typeface="Arial"/>
              <a:cs typeface="Arial"/>
              <a:sym typeface="Arial"/>
            </a:endParaRPr>
          </a:p>
          <a:p>
            <a:pPr indent="0" lvl="0" marL="0" marR="0" rtl="0" algn="l">
              <a:spcBef>
                <a:spcPts val="0"/>
              </a:spcBef>
              <a:spcAft>
                <a:spcPts val="0"/>
              </a:spcAft>
              <a:buNone/>
            </a:pPr>
            <a:r>
              <a:rPr b="0" lang="en-US" sz="1800" strike="noStrike">
                <a:latin typeface="Arial"/>
                <a:ea typeface="Arial"/>
                <a:cs typeface="Arial"/>
                <a:sym typeface="Arial"/>
              </a:rPr>
              <a:t>PCA uses linear algebra to transform data into new features called principal components. It finds these by calculating eigenvectors (directions) and eigenvalues (importance) from the covariance matrix. PCA selects the top components with the highest eigenvalues and projects the data onto them simplify the dataset.</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35"/>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199" name="Google Shape;199;p35"/>
          <p:cNvSpPr/>
          <p:nvPr/>
        </p:nvSpPr>
        <p:spPr>
          <a:xfrm>
            <a:off x="329760" y="2188440"/>
            <a:ext cx="8203680" cy="3432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Principal Component Analysis (PCA):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1" lang="en-US" sz="2200" strike="noStrike">
                <a:solidFill>
                  <a:srgbClr val="000000"/>
                </a:solidFill>
                <a:latin typeface="Arial"/>
                <a:ea typeface="Arial"/>
                <a:cs typeface="Arial"/>
                <a:sym typeface="Arial"/>
              </a:rPr>
              <a:t>Dimensionality:</a:t>
            </a:r>
            <a:r>
              <a:rPr b="0" lang="en-US" sz="2200" strike="noStrike">
                <a:solidFill>
                  <a:srgbClr val="000000"/>
                </a:solidFill>
                <a:latin typeface="Arial"/>
                <a:ea typeface="Arial"/>
                <a:cs typeface="Arial"/>
                <a:sym typeface="Arial"/>
              </a:rPr>
              <a:t> The number of random variables or the number of features in a dataset</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1" lang="en-US" sz="2200" strike="noStrike">
                <a:solidFill>
                  <a:srgbClr val="000000"/>
                </a:solidFill>
                <a:latin typeface="Arial"/>
                <a:ea typeface="Arial"/>
                <a:cs typeface="Arial"/>
                <a:sym typeface="Arial"/>
              </a:rPr>
              <a:t>Correlation:</a:t>
            </a:r>
            <a:r>
              <a:rPr b="0" lang="en-US" sz="2200" strike="noStrike">
                <a:solidFill>
                  <a:srgbClr val="000000"/>
                </a:solidFill>
                <a:latin typeface="Arial"/>
                <a:ea typeface="Arial"/>
                <a:cs typeface="Arial"/>
                <a:sym typeface="Arial"/>
              </a:rPr>
              <a:t> It shows how strongly two variable are related to each other. The value of the same ranges for -1 to +1. </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1" lang="en-US" sz="2200" strike="noStrike">
                <a:solidFill>
                  <a:srgbClr val="000000"/>
                </a:solidFill>
                <a:latin typeface="Arial"/>
                <a:ea typeface="Arial"/>
                <a:cs typeface="Arial"/>
                <a:sym typeface="Arial"/>
              </a:rPr>
              <a:t>Orthogonal:</a:t>
            </a:r>
            <a:r>
              <a:rPr b="0" lang="en-US" sz="2200" strike="noStrike">
                <a:solidFill>
                  <a:srgbClr val="000000"/>
                </a:solidFill>
                <a:latin typeface="Arial"/>
                <a:ea typeface="Arial"/>
                <a:cs typeface="Arial"/>
                <a:sym typeface="Arial"/>
              </a:rPr>
              <a:t> Uncorrelated to each other, i.e., correlation between any pair of variables is 0.</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1" lang="en-US" sz="2200" strike="noStrike">
                <a:solidFill>
                  <a:srgbClr val="000000"/>
                </a:solidFill>
                <a:latin typeface="Arial"/>
                <a:ea typeface="Arial"/>
                <a:cs typeface="Arial"/>
                <a:sym typeface="Arial"/>
              </a:rPr>
              <a:t>Covariance Matrix: </a:t>
            </a:r>
            <a:r>
              <a:rPr b="0" lang="en-US" sz="2200" strike="noStrike">
                <a:solidFill>
                  <a:srgbClr val="000000"/>
                </a:solidFill>
                <a:latin typeface="Arial"/>
                <a:ea typeface="Arial"/>
                <a:cs typeface="Arial"/>
                <a:sym typeface="Arial"/>
              </a:rPr>
              <a:t>This matrix consists of the covariances between the pairs of variables</a:t>
            </a:r>
            <a:endParaRPr b="0" sz="2200" strike="noStrike">
              <a:latin typeface="Arial"/>
              <a:ea typeface="Arial"/>
              <a:cs typeface="Arial"/>
              <a:sym typeface="Arial"/>
            </a:endParaRPr>
          </a:p>
          <a:p>
            <a:pPr indent="0" lvl="0" marL="144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p:txBody>
      </p:sp>
      <p:sp>
        <p:nvSpPr>
          <p:cNvPr id="200" name="Google Shape;200;p35"/>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01" name="Google Shape;201;p35"/>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principal component analysis (PCA) </a:t>
            </a:r>
            <a:endParaRPr b="0" sz="2800"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36"/>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09" name="Google Shape;209;p36"/>
          <p:cNvSpPr/>
          <p:nvPr/>
        </p:nvSpPr>
        <p:spPr>
          <a:xfrm>
            <a:off x="289080" y="1383480"/>
            <a:ext cx="8203680" cy="3432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Independent Component Analysis (ICA):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Independent Component Analysis (ICA) is a machine learning technique to separate independent sources from a mixed signal. </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principal component analysis(PCA) focuses on maximizing the variance of the data points where as the independent component analysis(ICA) focuses on independence, i.e. independent components.</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ICA also performs </a:t>
            </a:r>
            <a:r>
              <a:rPr b="0" lang="en-US" sz="2400" strike="noStrike">
                <a:solidFill>
                  <a:srgbClr val="000000"/>
                </a:solidFill>
                <a:latin typeface="Arial"/>
                <a:ea typeface="Arial"/>
                <a:cs typeface="Arial"/>
                <a:sym typeface="Arial"/>
              </a:rPr>
              <a:t>whitening</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210" name="Google Shape;210;p36"/>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11" name="Google Shape;211;p36"/>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Independent Component Analysis (ICA) </a:t>
            </a:r>
            <a:endParaRPr b="0" sz="2800"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37"/>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19" name="Google Shape;219;p37"/>
          <p:cNvSpPr/>
          <p:nvPr/>
        </p:nvSpPr>
        <p:spPr>
          <a:xfrm>
            <a:off x="289080" y="1383480"/>
            <a:ext cx="8203680" cy="840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Independent Component Analysis (ICA):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220" name="Google Shape;220;p37"/>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21" name="Google Shape;221;p37"/>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Independent Component Analysis (ICA) </a:t>
            </a:r>
            <a:endParaRPr b="0" sz="2800" strike="noStrike">
              <a:latin typeface="Arial"/>
              <a:ea typeface="Arial"/>
              <a:cs typeface="Arial"/>
              <a:sym typeface="Arial"/>
            </a:endParaRPr>
          </a:p>
        </p:txBody>
      </p:sp>
      <p:pic>
        <p:nvPicPr>
          <p:cNvPr id="222" name="Google Shape;222;p37"/>
          <p:cNvPicPr preferRelativeResize="0"/>
          <p:nvPr/>
        </p:nvPicPr>
        <p:blipFill rotWithShape="1">
          <a:blip r:embed="rId3">
            <a:alphaModFix/>
          </a:blip>
          <a:srcRect b="0" l="0" r="0" t="0"/>
          <a:stretch/>
        </p:blipFill>
        <p:spPr>
          <a:xfrm>
            <a:off x="491400" y="1673280"/>
            <a:ext cx="8106480" cy="36352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38"/>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30" name="Google Shape;230;p38"/>
          <p:cNvSpPr/>
          <p:nvPr/>
        </p:nvSpPr>
        <p:spPr>
          <a:xfrm>
            <a:off x="289080" y="1383480"/>
            <a:ext cx="8203680" cy="840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Independent Component Analysis (ICA):</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231" name="Google Shape;231;p38"/>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32" name="Google Shape;232;p38"/>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Independent Component Analysis (ICA) </a:t>
            </a:r>
            <a:endParaRPr b="0" sz="2800" strike="noStrike">
              <a:latin typeface="Arial"/>
              <a:ea typeface="Arial"/>
              <a:cs typeface="Arial"/>
              <a:sym typeface="Arial"/>
            </a:endParaRPr>
          </a:p>
        </p:txBody>
      </p:sp>
      <p:pic>
        <p:nvPicPr>
          <p:cNvPr id="233" name="Google Shape;233;p38"/>
          <p:cNvPicPr preferRelativeResize="0"/>
          <p:nvPr/>
        </p:nvPicPr>
        <p:blipFill rotWithShape="1">
          <a:blip r:embed="rId3">
            <a:alphaModFix/>
          </a:blip>
          <a:srcRect b="0" l="0" r="0" t="0"/>
          <a:stretch/>
        </p:blipFill>
        <p:spPr>
          <a:xfrm>
            <a:off x="381960" y="1583280"/>
            <a:ext cx="8256600" cy="37389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39"/>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41" name="Google Shape;241;p39"/>
          <p:cNvSpPr/>
          <p:nvPr/>
        </p:nvSpPr>
        <p:spPr>
          <a:xfrm>
            <a:off x="289080" y="1383480"/>
            <a:ext cx="8203680" cy="840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PCA Applications: Image compression</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242" name="Google Shape;242;p39"/>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43" name="Google Shape;243;p39"/>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PCA Applications </a:t>
            </a:r>
            <a:endParaRPr b="0" sz="2800" strike="noStrike">
              <a:latin typeface="Arial"/>
              <a:ea typeface="Arial"/>
              <a:cs typeface="Arial"/>
              <a:sym typeface="Arial"/>
            </a:endParaRPr>
          </a:p>
        </p:txBody>
      </p:sp>
      <p:pic>
        <p:nvPicPr>
          <p:cNvPr id="244" name="Google Shape;244;p39"/>
          <p:cNvPicPr preferRelativeResize="0"/>
          <p:nvPr/>
        </p:nvPicPr>
        <p:blipFill rotWithShape="1">
          <a:blip r:embed="rId3">
            <a:alphaModFix/>
          </a:blip>
          <a:srcRect b="0" l="0" r="0" t="0"/>
          <a:stretch/>
        </p:blipFill>
        <p:spPr>
          <a:xfrm>
            <a:off x="1050840" y="1569600"/>
            <a:ext cx="7301160" cy="42303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40"/>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52" name="Google Shape;252;p40"/>
          <p:cNvSpPr/>
          <p:nvPr/>
        </p:nvSpPr>
        <p:spPr>
          <a:xfrm>
            <a:off x="289080" y="1383480"/>
            <a:ext cx="8203680" cy="840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PCA Applications: Digits classification</a:t>
            </a:r>
            <a:endParaRPr b="0" sz="2400" strike="noStrike">
              <a:latin typeface="Arial"/>
              <a:ea typeface="Arial"/>
              <a:cs typeface="Arial"/>
              <a:sym typeface="Arial"/>
            </a:endParaRPr>
          </a:p>
          <a:p>
            <a:pPr indent="0" lvl="0" marL="144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p:txBody>
      </p:sp>
      <p:sp>
        <p:nvSpPr>
          <p:cNvPr id="253" name="Google Shape;253;p40"/>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54" name="Google Shape;254;p40"/>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PCA Applications </a:t>
            </a:r>
            <a:endParaRPr b="0" sz="2800" strike="noStrike">
              <a:latin typeface="Arial"/>
              <a:ea typeface="Arial"/>
              <a:cs typeface="Arial"/>
              <a:sym typeface="Arial"/>
            </a:endParaRPr>
          </a:p>
        </p:txBody>
      </p:sp>
      <p:pic>
        <p:nvPicPr>
          <p:cNvPr id="255" name="Google Shape;255;p40"/>
          <p:cNvPicPr preferRelativeResize="0"/>
          <p:nvPr/>
        </p:nvPicPr>
        <p:blipFill rotWithShape="1">
          <a:blip r:embed="rId3">
            <a:alphaModFix/>
          </a:blip>
          <a:srcRect b="0" l="0" r="0" t="0"/>
          <a:stretch/>
        </p:blipFill>
        <p:spPr>
          <a:xfrm>
            <a:off x="313920" y="1794600"/>
            <a:ext cx="8447400" cy="31453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41"/>
          <p:cNvSpPr/>
          <p:nvPr/>
        </p:nvSpPr>
        <p:spPr>
          <a:xfrm>
            <a:off x="8477280" y="6461280"/>
            <a:ext cx="380520" cy="264600"/>
          </a:xfrm>
          <a:prstGeom prst="rect">
            <a:avLst/>
          </a:prstGeom>
          <a:noFill/>
          <a:ln>
            <a:noFill/>
          </a:ln>
        </p:spPr>
        <p:txBody>
          <a:bodyPr anchorCtr="0" anchor="t" bIns="46800" lIns="90000" spcFirstLastPara="1" rIns="90000" wrap="square" tIns="46800">
            <a:noAutofit/>
          </a:bodyPr>
          <a:lstStyle/>
          <a:p>
            <a:pPr indent="0" lvl="0" marL="0" marR="0" rtl="0" algn="r">
              <a:spcBef>
                <a:spcPts val="0"/>
              </a:spcBef>
              <a:spcAft>
                <a:spcPts val="0"/>
              </a:spcAft>
              <a:buNone/>
            </a:pPr>
            <a:fld id="{00000000-1234-1234-1234-123412341234}" type="slidenum">
              <a:rPr b="1" lang="en-US" sz="900" strike="noStrike">
                <a:solidFill>
                  <a:srgbClr val="000000"/>
                </a:solidFill>
                <a:latin typeface="Open Sans"/>
                <a:ea typeface="Open Sans"/>
                <a:cs typeface="Open Sans"/>
                <a:sym typeface="Open Sans"/>
              </a:rPr>
              <a:t>‹#›</a:t>
            </a:fld>
            <a:endParaRPr b="0" sz="900" strike="noStrike">
              <a:latin typeface="Arial"/>
              <a:ea typeface="Arial"/>
              <a:cs typeface="Arial"/>
              <a:sym typeface="Arial"/>
            </a:endParaRPr>
          </a:p>
        </p:txBody>
      </p:sp>
      <p:sp>
        <p:nvSpPr>
          <p:cNvPr id="263" name="Google Shape;263;p41"/>
          <p:cNvSpPr/>
          <p:nvPr/>
        </p:nvSpPr>
        <p:spPr>
          <a:xfrm>
            <a:off x="316080" y="2188440"/>
            <a:ext cx="8203680" cy="840960"/>
          </a:xfrm>
          <a:prstGeom prst="rect">
            <a:avLst/>
          </a:prstGeom>
          <a:noFill/>
          <a:ln>
            <a:noFill/>
          </a:ln>
        </p:spPr>
        <p:txBody>
          <a:bodyPr anchorCtr="0" anchor="ctr" bIns="46800" lIns="90000" spcFirstLastPara="1" rIns="90000" wrap="square" tIns="46800">
            <a:noAutofit/>
          </a:bodyPr>
          <a:lstStyle/>
          <a:p>
            <a:pPr indent="0" lvl="0" marL="1440" marR="0" rtl="0" algn="just">
              <a:spcBef>
                <a:spcPts val="0"/>
              </a:spcBef>
              <a:spcAft>
                <a:spcPts val="0"/>
              </a:spcAft>
              <a:buNone/>
            </a:pPr>
            <a:r>
              <a:rPr b="1" lang="en-US" sz="2400" strike="noStrike">
                <a:solidFill>
                  <a:srgbClr val="000000"/>
                </a:solidFill>
                <a:latin typeface="Arial"/>
                <a:ea typeface="Arial"/>
                <a:cs typeface="Arial"/>
                <a:sym typeface="Arial"/>
              </a:rPr>
              <a:t>ICA Applications:</a:t>
            </a:r>
            <a:endParaRPr b="0" sz="2400" strike="noStrike">
              <a:latin typeface="Arial"/>
              <a:ea typeface="Arial"/>
              <a:cs typeface="Arial"/>
              <a:sym typeface="Arial"/>
            </a:endParaRPr>
          </a:p>
          <a:p>
            <a:pPr indent="0" lvl="0" marL="0" marR="0" rtl="0" algn="just">
              <a:spcBef>
                <a:spcPts val="0"/>
              </a:spcBef>
              <a:spcAft>
                <a:spcPts val="0"/>
              </a:spcAft>
              <a:buNone/>
            </a:pPr>
            <a:r>
              <a:t/>
            </a:r>
            <a:endParaRPr b="0" sz="24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Optical Imaging of neurons</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Face recognition</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Predicting stock market prices</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Mobile phone communications</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Removing artifacts, such as eye blinks, from EEG data</a:t>
            </a:r>
            <a:endParaRPr b="0" sz="2200" strike="noStrike">
              <a:latin typeface="Arial"/>
              <a:ea typeface="Arial"/>
              <a:cs typeface="Arial"/>
              <a:sym typeface="Arial"/>
            </a:endParaRPr>
          </a:p>
          <a:p>
            <a:pPr indent="-342720" lvl="0" marL="344160" marR="0" rtl="0" algn="just">
              <a:spcBef>
                <a:spcPts val="0"/>
              </a:spcBef>
              <a:spcAft>
                <a:spcPts val="0"/>
              </a:spcAft>
              <a:buClr>
                <a:srgbClr val="000000"/>
              </a:buClr>
              <a:buSzPts val="2200"/>
              <a:buFont typeface="Noto Sans Symbols"/>
              <a:buChar char="▪"/>
            </a:pPr>
            <a:r>
              <a:rPr b="0" lang="en-US" sz="2200" strike="noStrike">
                <a:solidFill>
                  <a:srgbClr val="000000"/>
                </a:solidFill>
                <a:latin typeface="Arial"/>
                <a:ea typeface="Arial"/>
                <a:cs typeface="Arial"/>
                <a:sym typeface="Arial"/>
              </a:rPr>
              <a:t>Studies of the resting state network of the brain</a:t>
            </a:r>
            <a:endParaRPr b="0" sz="2200" strike="noStrike">
              <a:latin typeface="Arial"/>
              <a:ea typeface="Arial"/>
              <a:cs typeface="Arial"/>
              <a:sym typeface="Arial"/>
            </a:endParaRPr>
          </a:p>
          <a:p>
            <a:pPr indent="0" lvl="0" marL="0" marR="0" rtl="0" algn="just">
              <a:spcBef>
                <a:spcPts val="0"/>
              </a:spcBef>
              <a:spcAft>
                <a:spcPts val="0"/>
              </a:spcAft>
              <a:buNone/>
            </a:pPr>
            <a:r>
              <a:t/>
            </a:r>
            <a:endParaRPr b="0" sz="2200" strike="noStrike">
              <a:latin typeface="Arial"/>
              <a:ea typeface="Arial"/>
              <a:cs typeface="Arial"/>
              <a:sym typeface="Arial"/>
            </a:endParaRPr>
          </a:p>
        </p:txBody>
      </p:sp>
      <p:sp>
        <p:nvSpPr>
          <p:cNvPr id="264" name="Google Shape;264;p41"/>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
        <p:nvSpPr>
          <p:cNvPr id="265" name="Google Shape;265;p41"/>
          <p:cNvSpPr/>
          <p:nvPr/>
        </p:nvSpPr>
        <p:spPr>
          <a:xfrm>
            <a:off x="343080" y="274680"/>
            <a:ext cx="8442000" cy="595080"/>
          </a:xfrm>
          <a:prstGeom prst="rect">
            <a:avLst/>
          </a:prstGeom>
          <a:noFill/>
          <a:ln>
            <a:noFill/>
          </a:ln>
        </p:spPr>
        <p:txBody>
          <a:bodyPr anchorCtr="0" anchor="ctr" bIns="45000" lIns="90000" spcFirstLastPara="1" rIns="90000" wrap="square" tIns="45000">
            <a:noAutofit/>
          </a:bodyPr>
          <a:lstStyle/>
          <a:p>
            <a:pPr indent="0" lvl="0" marL="0" marR="0" rtl="0" algn="ctr">
              <a:spcBef>
                <a:spcPts val="0"/>
              </a:spcBef>
              <a:spcAft>
                <a:spcPts val="0"/>
              </a:spcAft>
              <a:buNone/>
            </a:pPr>
            <a:r>
              <a:rPr b="0" lang="en-US" sz="2800" strike="noStrike">
                <a:solidFill>
                  <a:srgbClr val="000000"/>
                </a:solidFill>
                <a:latin typeface="Open Sans"/>
                <a:ea typeface="Open Sans"/>
                <a:cs typeface="Open Sans"/>
                <a:sym typeface="Open Sans"/>
              </a:rPr>
              <a:t>Machine Learning –  ICA Applications </a:t>
            </a:r>
            <a:endParaRPr b="0" sz="2800" strike="noStrike">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84C4"/>
        </a:solidFill>
      </p:bgPr>
    </p:bg>
    <p:spTree>
      <p:nvGrpSpPr>
        <p:cNvPr id="271" name="Shape 271"/>
        <p:cNvGrpSpPr/>
        <p:nvPr/>
      </p:nvGrpSpPr>
      <p:grpSpPr>
        <a:xfrm>
          <a:off x="0" y="0"/>
          <a:ext cx="0" cy="0"/>
          <a:chOff x="0" y="0"/>
          <a:chExt cx="0" cy="0"/>
        </a:xfrm>
      </p:grpSpPr>
      <p:sp>
        <p:nvSpPr>
          <p:cNvPr id="272" name="Google Shape;272;p42"/>
          <p:cNvSpPr/>
          <p:nvPr/>
        </p:nvSpPr>
        <p:spPr>
          <a:xfrm>
            <a:off x="279360" y="6342120"/>
            <a:ext cx="2133360" cy="26460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900" strike="noStrike">
                <a:solidFill>
                  <a:srgbClr val="000000"/>
                </a:solidFill>
                <a:latin typeface="Open Sans"/>
                <a:ea typeface="Open Sans"/>
                <a:cs typeface="Open Sans"/>
                <a:sym typeface="Open Sans"/>
              </a:rPr>
              <a:t>December 30, 2019</a:t>
            </a:r>
            <a:endParaRPr b="0" sz="900" strike="noStrike">
              <a:latin typeface="Arial"/>
              <a:ea typeface="Arial"/>
              <a:cs typeface="Arial"/>
              <a:sym typeface="Arial"/>
            </a:endParaRPr>
          </a:p>
        </p:txBody>
      </p:sp>
      <p:sp>
        <p:nvSpPr>
          <p:cNvPr id="273" name="Google Shape;273;p42"/>
          <p:cNvSpPr/>
          <p:nvPr/>
        </p:nvSpPr>
        <p:spPr>
          <a:xfrm>
            <a:off x="279360" y="3048120"/>
            <a:ext cx="7772040" cy="1407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US" sz="5600" strike="noStrike">
                <a:solidFill>
                  <a:srgbClr val="000000"/>
                </a:solidFill>
                <a:latin typeface="Open Sans"/>
                <a:ea typeface="Open Sans"/>
                <a:cs typeface="Open Sans"/>
                <a:sym typeface="Open Sans"/>
              </a:rPr>
              <a:t>Thank You</a:t>
            </a:r>
            <a:endParaRPr b="0" sz="5600" strike="noStrike">
              <a:latin typeface="Arial"/>
              <a:ea typeface="Arial"/>
              <a:cs typeface="Arial"/>
              <a:sym typeface="Arial"/>
            </a:endParaRPr>
          </a:p>
        </p:txBody>
      </p:sp>
      <p:sp>
        <p:nvSpPr>
          <p:cNvPr id="274" name="Google Shape;274;p42"/>
          <p:cNvSpPr/>
          <p:nvPr/>
        </p:nvSpPr>
        <p:spPr>
          <a:xfrm>
            <a:off x="4097520" y="6431040"/>
            <a:ext cx="1038600" cy="276480"/>
          </a:xfrm>
          <a:prstGeom prst="rect">
            <a:avLst/>
          </a:prstGeom>
          <a:noFill/>
          <a:ln>
            <a:noFill/>
          </a:ln>
        </p:spPr>
        <p:txBody>
          <a:bodyPr anchorCtr="0" anchor="t" bIns="46800" lIns="90000" spcFirstLastPara="1" rIns="90000" wrap="square" tIns="46800">
            <a:noAutofit/>
          </a:bodyPr>
          <a:lstStyle/>
          <a:p>
            <a:pPr indent="0" lvl="0" marL="0" marR="0" rtl="0" algn="l">
              <a:spcBef>
                <a:spcPts val="0"/>
              </a:spcBef>
              <a:spcAft>
                <a:spcPts val="0"/>
              </a:spcAft>
              <a:buNone/>
            </a:pPr>
            <a:r>
              <a:rPr b="0" lang="en-US" sz="1200" strike="noStrike">
                <a:solidFill>
                  <a:srgbClr val="000000"/>
                </a:solidFill>
                <a:latin typeface="Arial"/>
                <a:ea typeface="Arial"/>
                <a:cs typeface="Arial"/>
                <a:sym typeface="Arial"/>
              </a:rPr>
              <a:t>TCS Internal</a:t>
            </a:r>
            <a:endParaRPr b="0" sz="1200"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